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57" r:id="rId2"/>
    <p:sldId id="358" r:id="rId3"/>
    <p:sldId id="258" r:id="rId4"/>
    <p:sldId id="362" r:id="rId5"/>
    <p:sldId id="365" r:id="rId6"/>
    <p:sldId id="360" r:id="rId7"/>
    <p:sldId id="364" r:id="rId8"/>
    <p:sldId id="366" r:id="rId9"/>
    <p:sldId id="300" r:id="rId10"/>
    <p:sldId id="28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67DFF"/>
    <a:srgbClr val="8568FF"/>
    <a:srgbClr val="80DDD7"/>
    <a:srgbClr val="404040"/>
    <a:srgbClr val="003057"/>
    <a:srgbClr val="00BFB3"/>
    <a:srgbClr val="207A63"/>
    <a:srgbClr val="DB551E"/>
    <a:srgbClr val="FE3FFF"/>
    <a:srgbClr val="A59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17751A7-DEAE-88AF-2B12-FF1ECE25A373}" v="49" dt="2025-12-01T03:43:19.240"/>
    <p1510:client id="{0E379CB0-4F58-519D-101A-AAD9FFC7194E}" v="140" dt="2025-12-01T01:42:46.157"/>
    <p1510:client id="{481441B3-099B-4B9D-A7A8-CFE23E11A1C5}" v="46" dt="2025-12-01T21:08:34.969"/>
    <p1510:client id="{48435FEA-771E-1B56-7436-B567E4367C0F}" v="445" dt="2025-12-01T20:49:35.529"/>
    <p1510:client id="{73F843FA-7243-DC14-7C3F-A33A53D513E2}" v="257" dt="2025-12-01T05:16:05.875"/>
    <p1510:client id="{AAB2001E-EA0C-1BFB-F329-891E7ED32D41}" v="69" dt="2025-12-01T02:19:00.819"/>
    <p1510:client id="{B6EE4C0B-2359-BDC4-E20A-9DE0E56462B1}" v="104" dt="2025-12-02T10:37:19.580"/>
    <p1510:client id="{C647D90A-C638-CCAB-88BA-0FF6B744DB04}" v="2" dt="2025-12-01T17:59:35.272"/>
    <p1510:client id="{FE14335B-8183-0EF9-E711-92BEA70733E1}" v="6" dt="2025-12-01T18:39:48.12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NCHEZ GONZALEZ ITZEL" userId="S::itzel.sanchez@inegi.org.mx::dd39a47e-268d-480f-995f-4f41488c9d84" providerId="AD" clId="Web-{AAB2001E-EA0C-1BFB-F329-891E7ED32D41}"/>
    <pc:docChg chg="modSld sldOrd">
      <pc:chgData name="SANCHEZ GONZALEZ ITZEL" userId="S::itzel.sanchez@inegi.org.mx::dd39a47e-268d-480f-995f-4f41488c9d84" providerId="AD" clId="Web-{AAB2001E-EA0C-1BFB-F329-891E7ED32D41}" dt="2025-12-01T02:18:54.928" v="42" actId="20577"/>
      <pc:docMkLst>
        <pc:docMk/>
      </pc:docMkLst>
      <pc:sldChg chg="delSp modSp ord">
        <pc:chgData name="SANCHEZ GONZALEZ ITZEL" userId="S::itzel.sanchez@inegi.org.mx::dd39a47e-268d-480f-995f-4f41488c9d84" providerId="AD" clId="Web-{AAB2001E-EA0C-1BFB-F329-891E7ED32D41}" dt="2025-12-01T01:59:31.515" v="38" actId="1076"/>
        <pc:sldMkLst>
          <pc:docMk/>
          <pc:sldMk cId="3899644491" sldId="258"/>
        </pc:sldMkLst>
        <pc:spChg chg="del">
          <ac:chgData name="SANCHEZ GONZALEZ ITZEL" userId="S::itzel.sanchez@inegi.org.mx::dd39a47e-268d-480f-995f-4f41488c9d84" providerId="AD" clId="Web-{AAB2001E-EA0C-1BFB-F329-891E7ED32D41}" dt="2025-12-01T01:52:39.194" v="7"/>
          <ac:spMkLst>
            <pc:docMk/>
            <pc:sldMk cId="3899644491" sldId="258"/>
            <ac:spMk id="6" creationId="{B1BB8F72-D441-D91B-53F9-686A8449E98E}"/>
          </ac:spMkLst>
        </pc:spChg>
        <pc:spChg chg="del">
          <ac:chgData name="SANCHEZ GONZALEZ ITZEL" userId="S::itzel.sanchez@inegi.org.mx::dd39a47e-268d-480f-995f-4f41488c9d84" providerId="AD" clId="Web-{AAB2001E-EA0C-1BFB-F329-891E7ED32D41}" dt="2025-12-01T01:52:43.475" v="8"/>
          <ac:spMkLst>
            <pc:docMk/>
            <pc:sldMk cId="3899644491" sldId="258"/>
            <ac:spMk id="7" creationId="{05D772B6-7FDD-D6E3-9225-9F96AA4D6F5C}"/>
          </ac:spMkLst>
        </pc:spChg>
        <pc:spChg chg="mod">
          <ac:chgData name="SANCHEZ GONZALEZ ITZEL" userId="S::itzel.sanchez@inegi.org.mx::dd39a47e-268d-480f-995f-4f41488c9d84" providerId="AD" clId="Web-{AAB2001E-EA0C-1BFB-F329-891E7ED32D41}" dt="2025-12-01T01:59:31.515" v="38" actId="1076"/>
          <ac:spMkLst>
            <pc:docMk/>
            <pc:sldMk cId="3899644491" sldId="258"/>
            <ac:spMk id="8" creationId="{FA763432-CFDF-6412-AF30-A14ADF71660C}"/>
          </ac:spMkLst>
        </pc:spChg>
      </pc:sldChg>
      <pc:sldChg chg="modSp ord">
        <pc:chgData name="SANCHEZ GONZALEZ ITZEL" userId="S::itzel.sanchez@inegi.org.mx::dd39a47e-268d-480f-995f-4f41488c9d84" providerId="AD" clId="Web-{AAB2001E-EA0C-1BFB-F329-891E7ED32D41}" dt="2025-12-01T02:18:54.928" v="42" actId="20577"/>
        <pc:sldMkLst>
          <pc:docMk/>
          <pc:sldMk cId="2517089513" sldId="362"/>
        </pc:sldMkLst>
        <pc:spChg chg="mod">
          <ac:chgData name="SANCHEZ GONZALEZ ITZEL" userId="S::itzel.sanchez@inegi.org.mx::dd39a47e-268d-480f-995f-4f41488c9d84" providerId="AD" clId="Web-{AAB2001E-EA0C-1BFB-F329-891E7ED32D41}" dt="2025-12-01T02:18:54.928" v="42" actId="20577"/>
          <ac:spMkLst>
            <pc:docMk/>
            <pc:sldMk cId="2517089513" sldId="362"/>
            <ac:spMk id="12" creationId="{D2470146-7A75-3C9F-9187-8958C4B8ECD7}"/>
          </ac:spMkLst>
        </pc:spChg>
      </pc:sldChg>
    </pc:docChg>
  </pc:docChgLst>
  <pc:docChgLst>
    <pc:chgData name="arthur.neto@ibge.gov.br" userId="S::urn:spo:guest#arthur.neto@ibge.gov.br::" providerId="AD" clId="Web-{C647D90A-C638-CCAB-88BA-0FF6B744DB04}"/>
    <pc:docChg chg="modSld">
      <pc:chgData name="arthur.neto@ibge.gov.br" userId="S::urn:spo:guest#arthur.neto@ibge.gov.br::" providerId="AD" clId="Web-{C647D90A-C638-CCAB-88BA-0FF6B744DB04}" dt="2025-12-01T17:59:35.272" v="1" actId="1076"/>
      <pc:docMkLst>
        <pc:docMk/>
      </pc:docMkLst>
      <pc:sldChg chg="modSp">
        <pc:chgData name="arthur.neto@ibge.gov.br" userId="S::urn:spo:guest#arthur.neto@ibge.gov.br::" providerId="AD" clId="Web-{C647D90A-C638-CCAB-88BA-0FF6B744DB04}" dt="2025-12-01T17:59:35.272" v="1" actId="1076"/>
        <pc:sldMkLst>
          <pc:docMk/>
          <pc:sldMk cId="3466682489" sldId="360"/>
        </pc:sldMkLst>
        <pc:spChg chg="mod">
          <ac:chgData name="arthur.neto@ibge.gov.br" userId="S::urn:spo:guest#arthur.neto@ibge.gov.br::" providerId="AD" clId="Web-{C647D90A-C638-CCAB-88BA-0FF6B744DB04}" dt="2025-12-01T17:59:35.272" v="1" actId="1076"/>
          <ac:spMkLst>
            <pc:docMk/>
            <pc:sldMk cId="3466682489" sldId="360"/>
            <ac:spMk id="3" creationId="{5A203378-9DAE-6F51-52C1-F3D2C265B4A6}"/>
          </ac:spMkLst>
        </pc:spChg>
        <pc:picChg chg="mod">
          <ac:chgData name="arthur.neto@ibge.gov.br" userId="S::urn:spo:guest#arthur.neto@ibge.gov.br::" providerId="AD" clId="Web-{C647D90A-C638-CCAB-88BA-0FF6B744DB04}" dt="2025-12-01T17:59:27.522" v="0" actId="1076"/>
          <ac:picMkLst>
            <pc:docMk/>
            <pc:sldMk cId="3466682489" sldId="360"/>
            <ac:picMk id="2" creationId="{920B10D4-DAA2-F9DB-D8E9-6164FE5075C3}"/>
          </ac:picMkLst>
        </pc:picChg>
      </pc:sldChg>
    </pc:docChg>
  </pc:docChgLst>
  <pc:docChgLst>
    <pc:chgData name="SANCHEZ GONZALEZ ITZEL" userId="S::itzel.sanchez@inegi.org.mx::dd39a47e-268d-480f-995f-4f41488c9d84" providerId="AD" clId="Web-{017751A7-DEAE-88AF-2B12-FF1ECE25A373}"/>
    <pc:docChg chg="modSld">
      <pc:chgData name="SANCHEZ GONZALEZ ITZEL" userId="S::itzel.sanchez@inegi.org.mx::dd39a47e-268d-480f-995f-4f41488c9d84" providerId="AD" clId="Web-{017751A7-DEAE-88AF-2B12-FF1ECE25A373}" dt="2025-12-01T03:43:16.787" v="42" actId="20577"/>
      <pc:docMkLst>
        <pc:docMk/>
      </pc:docMkLst>
      <pc:sldChg chg="addSp modSp">
        <pc:chgData name="SANCHEZ GONZALEZ ITZEL" userId="S::itzel.sanchez@inegi.org.mx::dd39a47e-268d-480f-995f-4f41488c9d84" providerId="AD" clId="Web-{017751A7-DEAE-88AF-2B12-FF1ECE25A373}" dt="2025-12-01T03:41:54.802" v="6" actId="1076"/>
        <pc:sldMkLst>
          <pc:docMk/>
          <pc:sldMk cId="3899644491" sldId="258"/>
        </pc:sldMkLst>
        <pc:spChg chg="mod">
          <ac:chgData name="SANCHEZ GONZALEZ ITZEL" userId="S::itzel.sanchez@inegi.org.mx::dd39a47e-268d-480f-995f-4f41488c9d84" providerId="AD" clId="Web-{017751A7-DEAE-88AF-2B12-FF1ECE25A373}" dt="2025-12-01T03:41:50.552" v="5" actId="1076"/>
          <ac:spMkLst>
            <pc:docMk/>
            <pc:sldMk cId="3899644491" sldId="258"/>
            <ac:spMk id="8" creationId="{FA763432-CFDF-6412-AF30-A14ADF71660C}"/>
          </ac:spMkLst>
        </pc:spChg>
        <pc:picChg chg="add mod">
          <ac:chgData name="SANCHEZ GONZALEZ ITZEL" userId="S::itzel.sanchez@inegi.org.mx::dd39a47e-268d-480f-995f-4f41488c9d84" providerId="AD" clId="Web-{017751A7-DEAE-88AF-2B12-FF1ECE25A373}" dt="2025-12-01T03:41:54.802" v="6" actId="1076"/>
          <ac:picMkLst>
            <pc:docMk/>
            <pc:sldMk cId="3899644491" sldId="258"/>
            <ac:picMk id="2" creationId="{DCF19D5A-4E26-D53D-149A-634F095CFFA5}"/>
          </ac:picMkLst>
        </pc:picChg>
      </pc:sldChg>
      <pc:sldChg chg="modSp">
        <pc:chgData name="SANCHEZ GONZALEZ ITZEL" userId="S::itzel.sanchez@inegi.org.mx::dd39a47e-268d-480f-995f-4f41488c9d84" providerId="AD" clId="Web-{017751A7-DEAE-88AF-2B12-FF1ECE25A373}" dt="2025-12-01T03:43:16.787" v="42" actId="20577"/>
        <pc:sldMkLst>
          <pc:docMk/>
          <pc:sldMk cId="2517089513" sldId="362"/>
        </pc:sldMkLst>
        <pc:spChg chg="mod">
          <ac:chgData name="SANCHEZ GONZALEZ ITZEL" userId="S::itzel.sanchez@inegi.org.mx::dd39a47e-268d-480f-995f-4f41488c9d84" providerId="AD" clId="Web-{017751A7-DEAE-88AF-2B12-FF1ECE25A373}" dt="2025-12-01T03:43:16.787" v="42" actId="20577"/>
          <ac:spMkLst>
            <pc:docMk/>
            <pc:sldMk cId="2517089513" sldId="362"/>
            <ac:spMk id="12" creationId="{D2470146-7A75-3C9F-9187-8958C4B8ECD7}"/>
          </ac:spMkLst>
        </pc:spChg>
      </pc:sldChg>
    </pc:docChg>
  </pc:docChgLst>
  <pc:docChgLst>
    <pc:chgData name="SANCHEZ GONZALEZ ITZEL" userId="S::itzel.sanchez@inegi.org.mx::dd39a47e-268d-480f-995f-4f41488c9d84" providerId="AD" clId="Web-{FE14335B-8183-0EF9-E711-92BEA70733E1}"/>
    <pc:docChg chg="modSld">
      <pc:chgData name="SANCHEZ GONZALEZ ITZEL" userId="S::itzel.sanchez@inegi.org.mx::dd39a47e-268d-480f-995f-4f41488c9d84" providerId="AD" clId="Web-{FE14335B-8183-0EF9-E711-92BEA70733E1}" dt="2025-12-01T18:39:48.123" v="3"/>
      <pc:docMkLst>
        <pc:docMk/>
      </pc:docMkLst>
      <pc:sldChg chg="delSp modSp">
        <pc:chgData name="SANCHEZ GONZALEZ ITZEL" userId="S::itzel.sanchez@inegi.org.mx::dd39a47e-268d-480f-995f-4f41488c9d84" providerId="AD" clId="Web-{FE14335B-8183-0EF9-E711-92BEA70733E1}" dt="2025-12-01T18:39:48.123" v="3"/>
        <pc:sldMkLst>
          <pc:docMk/>
          <pc:sldMk cId="2517089513" sldId="362"/>
        </pc:sldMkLst>
        <pc:spChg chg="del mod">
          <ac:chgData name="SANCHEZ GONZALEZ ITZEL" userId="S::itzel.sanchez@inegi.org.mx::dd39a47e-268d-480f-995f-4f41488c9d84" providerId="AD" clId="Web-{FE14335B-8183-0EF9-E711-92BEA70733E1}" dt="2025-12-01T18:39:48.123" v="3"/>
          <ac:spMkLst>
            <pc:docMk/>
            <pc:sldMk cId="2517089513" sldId="362"/>
            <ac:spMk id="16" creationId="{0F2AA289-74FA-70B2-C551-187C54E47540}"/>
          </ac:spMkLst>
        </pc:spChg>
        <pc:spChg chg="del">
          <ac:chgData name="SANCHEZ GONZALEZ ITZEL" userId="S::itzel.sanchez@inegi.org.mx::dd39a47e-268d-480f-995f-4f41488c9d84" providerId="AD" clId="Web-{FE14335B-8183-0EF9-E711-92BEA70733E1}" dt="2025-12-01T18:39:39.389" v="0"/>
          <ac:spMkLst>
            <pc:docMk/>
            <pc:sldMk cId="2517089513" sldId="362"/>
            <ac:spMk id="17" creationId="{C6682FF7-A6F0-DB45-5BDD-2AF76764780E}"/>
          </ac:spMkLst>
        </pc:spChg>
        <pc:picChg chg="del">
          <ac:chgData name="SANCHEZ GONZALEZ ITZEL" userId="S::itzel.sanchez@inegi.org.mx::dd39a47e-268d-480f-995f-4f41488c9d84" providerId="AD" clId="Web-{FE14335B-8183-0EF9-E711-92BEA70733E1}" dt="2025-12-01T18:39:43.655" v="2"/>
          <ac:picMkLst>
            <pc:docMk/>
            <pc:sldMk cId="2517089513" sldId="362"/>
            <ac:picMk id="7" creationId="{0BB357A1-74EB-C3CD-FB23-AB9334E29535}"/>
          </ac:picMkLst>
        </pc:picChg>
      </pc:sldChg>
    </pc:docChg>
  </pc:docChgLst>
  <pc:docChgLst>
    <pc:chgData name="SANCHEZ GONZALEZ ITZEL" userId="S::itzel.sanchez@inegi.org.mx::dd39a47e-268d-480f-995f-4f41488c9d84" providerId="AD" clId="Web-{48435FEA-771E-1B56-7436-B567E4367C0F}"/>
    <pc:docChg chg="addSld delSld modSld">
      <pc:chgData name="SANCHEZ GONZALEZ ITZEL" userId="S::itzel.sanchez@inegi.org.mx::dd39a47e-268d-480f-995f-4f41488c9d84" providerId="AD" clId="Web-{48435FEA-771E-1B56-7436-B567E4367C0F}" dt="2025-12-01T20:49:35.529" v="585" actId="1076"/>
      <pc:docMkLst>
        <pc:docMk/>
      </pc:docMkLst>
      <pc:sldChg chg="delSp modSp">
        <pc:chgData name="SANCHEZ GONZALEZ ITZEL" userId="S::itzel.sanchez@inegi.org.mx::dd39a47e-268d-480f-995f-4f41488c9d84" providerId="AD" clId="Web-{48435FEA-771E-1B56-7436-B567E4367C0F}" dt="2025-12-01T20:40:05.974" v="571"/>
        <pc:sldMkLst>
          <pc:docMk/>
          <pc:sldMk cId="1403141831" sldId="300"/>
        </pc:sldMkLst>
        <pc:spChg chg="topLvl">
          <ac:chgData name="SANCHEZ GONZALEZ ITZEL" userId="S::itzel.sanchez@inegi.org.mx::dd39a47e-268d-480f-995f-4f41488c9d84" providerId="AD" clId="Web-{48435FEA-771E-1B56-7436-B567E4367C0F}" dt="2025-12-01T20:39:26.193" v="565"/>
          <ac:spMkLst>
            <pc:docMk/>
            <pc:sldMk cId="1403141831" sldId="300"/>
            <ac:spMk id="4" creationId="{C2AA0926-8687-DDCB-59A0-AB071314F505}"/>
          </ac:spMkLst>
        </pc:spChg>
        <pc:spChg chg="del topLvl">
          <ac:chgData name="SANCHEZ GONZALEZ ITZEL" userId="S::itzel.sanchez@inegi.org.mx::dd39a47e-268d-480f-995f-4f41488c9d84" providerId="AD" clId="Web-{48435FEA-771E-1B56-7436-B567E4367C0F}" dt="2025-12-01T20:39:26.193" v="565"/>
          <ac:spMkLst>
            <pc:docMk/>
            <pc:sldMk cId="1403141831" sldId="300"/>
            <ac:spMk id="5" creationId="{1DC3C468-B0BA-BA24-16D5-ECCF9278A147}"/>
          </ac:spMkLst>
        </pc:spChg>
        <pc:grpChg chg="del">
          <ac:chgData name="SANCHEZ GONZALEZ ITZEL" userId="S::itzel.sanchez@inegi.org.mx::dd39a47e-268d-480f-995f-4f41488c9d84" providerId="AD" clId="Web-{48435FEA-771E-1B56-7436-B567E4367C0F}" dt="2025-12-01T20:39:26.193" v="565"/>
          <ac:grpSpMkLst>
            <pc:docMk/>
            <pc:sldMk cId="1403141831" sldId="300"/>
            <ac:grpSpMk id="3" creationId="{44207176-EA97-605F-1BDA-AB3FB71AEF0F}"/>
          </ac:grpSpMkLst>
        </pc:grpChg>
        <pc:graphicFrameChg chg="del mod modGraphic">
          <ac:chgData name="SANCHEZ GONZALEZ ITZEL" userId="S::itzel.sanchez@inegi.org.mx::dd39a47e-268d-480f-995f-4f41488c9d84" providerId="AD" clId="Web-{48435FEA-771E-1B56-7436-B567E4367C0F}" dt="2025-12-01T20:40:05.974" v="571"/>
          <ac:graphicFrameMkLst>
            <pc:docMk/>
            <pc:sldMk cId="1403141831" sldId="300"/>
            <ac:graphicFrameMk id="8" creationId="{4972D5E3-6D8C-92F8-8D5A-704AE5CB405F}"/>
          </ac:graphicFrameMkLst>
        </pc:graphicFrameChg>
      </pc:sldChg>
      <pc:sldChg chg="del">
        <pc:chgData name="SANCHEZ GONZALEZ ITZEL" userId="S::itzel.sanchez@inegi.org.mx::dd39a47e-268d-480f-995f-4f41488c9d84" providerId="AD" clId="Web-{48435FEA-771E-1B56-7436-B567E4367C0F}" dt="2025-12-01T19:56:18.013" v="388"/>
        <pc:sldMkLst>
          <pc:docMk/>
          <pc:sldMk cId="1136422532" sldId="359"/>
        </pc:sldMkLst>
      </pc:sldChg>
      <pc:sldChg chg="delSp modSp">
        <pc:chgData name="SANCHEZ GONZALEZ ITZEL" userId="S::itzel.sanchez@inegi.org.mx::dd39a47e-268d-480f-995f-4f41488c9d84" providerId="AD" clId="Web-{48435FEA-771E-1B56-7436-B567E4367C0F}" dt="2025-12-01T20:28:48.803" v="556" actId="20577"/>
        <pc:sldMkLst>
          <pc:docMk/>
          <pc:sldMk cId="3466682489" sldId="360"/>
        </pc:sldMkLst>
        <pc:spChg chg="mod">
          <ac:chgData name="SANCHEZ GONZALEZ ITZEL" userId="S::itzel.sanchez@inegi.org.mx::dd39a47e-268d-480f-995f-4f41488c9d84" providerId="AD" clId="Web-{48435FEA-771E-1B56-7436-B567E4367C0F}" dt="2025-12-01T20:28:48.803" v="556" actId="20577"/>
          <ac:spMkLst>
            <pc:docMk/>
            <pc:sldMk cId="3466682489" sldId="360"/>
            <ac:spMk id="3" creationId="{5A203378-9DAE-6F51-52C1-F3D2C265B4A6}"/>
          </ac:spMkLst>
        </pc:spChg>
        <pc:spChg chg="mod">
          <ac:chgData name="SANCHEZ GONZALEZ ITZEL" userId="S::itzel.sanchez@inegi.org.mx::dd39a47e-268d-480f-995f-4f41488c9d84" providerId="AD" clId="Web-{48435FEA-771E-1B56-7436-B567E4367C0F}" dt="2025-12-01T20:20:38.619" v="510" actId="1076"/>
          <ac:spMkLst>
            <pc:docMk/>
            <pc:sldMk cId="3466682489" sldId="360"/>
            <ac:spMk id="5" creationId="{3348F5E2-C188-DBD8-BBCB-DD7D68D37133}"/>
          </ac:spMkLst>
        </pc:spChg>
        <pc:spChg chg="del mod">
          <ac:chgData name="SANCHEZ GONZALEZ ITZEL" userId="S::itzel.sanchez@inegi.org.mx::dd39a47e-268d-480f-995f-4f41488c9d84" providerId="AD" clId="Web-{48435FEA-771E-1B56-7436-B567E4367C0F}" dt="2025-12-01T20:20:34.260" v="509"/>
          <ac:spMkLst>
            <pc:docMk/>
            <pc:sldMk cId="3466682489" sldId="360"/>
            <ac:spMk id="6" creationId="{C4EEED4C-1244-DA3B-D149-8229C7ABC9AA}"/>
          </ac:spMkLst>
        </pc:spChg>
        <pc:spChg chg="mod">
          <ac:chgData name="SANCHEZ GONZALEZ ITZEL" userId="S::itzel.sanchez@inegi.org.mx::dd39a47e-268d-480f-995f-4f41488c9d84" providerId="AD" clId="Web-{48435FEA-771E-1B56-7436-B567E4367C0F}" dt="2025-12-01T20:20:44.791" v="511" actId="1076"/>
          <ac:spMkLst>
            <pc:docMk/>
            <pc:sldMk cId="3466682489" sldId="360"/>
            <ac:spMk id="7" creationId="{62C3E7FB-7A2E-7443-7E3D-DBE84EC77888}"/>
          </ac:spMkLst>
        </pc:spChg>
      </pc:sldChg>
      <pc:sldChg chg="addSp delSp modSp">
        <pc:chgData name="SANCHEZ GONZALEZ ITZEL" userId="S::itzel.sanchez@inegi.org.mx::dd39a47e-268d-480f-995f-4f41488c9d84" providerId="AD" clId="Web-{48435FEA-771E-1B56-7436-B567E4367C0F}" dt="2025-12-01T20:49:35.529" v="585" actId="1076"/>
        <pc:sldMkLst>
          <pc:docMk/>
          <pc:sldMk cId="476137269" sldId="364"/>
        </pc:sldMkLst>
        <pc:graphicFrameChg chg="del">
          <ac:chgData name="SANCHEZ GONZALEZ ITZEL" userId="S::itzel.sanchez@inegi.org.mx::dd39a47e-268d-480f-995f-4f41488c9d84" providerId="AD" clId="Web-{48435FEA-771E-1B56-7436-B567E4367C0F}" dt="2025-12-01T20:40:09.521" v="572"/>
          <ac:graphicFrameMkLst>
            <pc:docMk/>
            <pc:sldMk cId="476137269" sldId="364"/>
            <ac:graphicFrameMk id="6" creationId="{7D11258B-A2BE-88FA-7732-ED2FEA4A8134}"/>
          </ac:graphicFrameMkLst>
        </pc:graphicFrameChg>
        <pc:picChg chg="add mod">
          <ac:chgData name="SANCHEZ GONZALEZ ITZEL" userId="S::itzel.sanchez@inegi.org.mx::dd39a47e-268d-480f-995f-4f41488c9d84" providerId="AD" clId="Web-{48435FEA-771E-1B56-7436-B567E4367C0F}" dt="2025-12-01T20:49:32.888" v="584" actId="1076"/>
          <ac:picMkLst>
            <pc:docMk/>
            <pc:sldMk cId="476137269" sldId="364"/>
            <ac:picMk id="2" creationId="{EF54C29C-77F8-C7B7-E5E9-71C1572401FE}"/>
          </ac:picMkLst>
        </pc:picChg>
        <pc:picChg chg="add mod">
          <ac:chgData name="SANCHEZ GONZALEZ ITZEL" userId="S::itzel.sanchez@inegi.org.mx::dd39a47e-268d-480f-995f-4f41488c9d84" providerId="AD" clId="Web-{48435FEA-771E-1B56-7436-B567E4367C0F}" dt="2025-12-01T20:49:35.529" v="585" actId="1076"/>
          <ac:picMkLst>
            <pc:docMk/>
            <pc:sldMk cId="476137269" sldId="364"/>
            <ac:picMk id="3" creationId="{A706EE73-0402-F491-81DF-10CB1FB22102}"/>
          </ac:picMkLst>
        </pc:picChg>
      </pc:sldChg>
      <pc:sldChg chg="addSp delSp modSp add replId">
        <pc:chgData name="SANCHEZ GONZALEZ ITZEL" userId="S::itzel.sanchez@inegi.org.mx::dd39a47e-268d-480f-995f-4f41488c9d84" providerId="AD" clId="Web-{48435FEA-771E-1B56-7436-B567E4367C0F}" dt="2025-12-01T19:56:26.513" v="390" actId="1076"/>
        <pc:sldMkLst>
          <pc:docMk/>
          <pc:sldMk cId="1049819049" sldId="365"/>
        </pc:sldMkLst>
        <pc:spChg chg="mod">
          <ac:chgData name="SANCHEZ GONZALEZ ITZEL" userId="S::itzel.sanchez@inegi.org.mx::dd39a47e-268d-480f-995f-4f41488c9d84" providerId="AD" clId="Web-{48435FEA-771E-1B56-7436-B567E4367C0F}" dt="2025-12-01T19:56:22.888" v="389" actId="1076"/>
          <ac:spMkLst>
            <pc:docMk/>
            <pc:sldMk cId="1049819049" sldId="365"/>
            <ac:spMk id="5" creationId="{323540BB-4070-3F38-BDB4-2B16393590E7}"/>
          </ac:spMkLst>
        </pc:spChg>
        <pc:spChg chg="mod">
          <ac:chgData name="SANCHEZ GONZALEZ ITZEL" userId="S::itzel.sanchez@inegi.org.mx::dd39a47e-268d-480f-995f-4f41488c9d84" providerId="AD" clId="Web-{48435FEA-771E-1B56-7436-B567E4367C0F}" dt="2025-12-01T19:56:26.513" v="390" actId="1076"/>
          <ac:spMkLst>
            <pc:docMk/>
            <pc:sldMk cId="1049819049" sldId="365"/>
            <ac:spMk id="8" creationId="{136AFC38-EEC1-A20A-0564-D453894FCECC}"/>
          </ac:spMkLst>
        </pc:spChg>
        <pc:spChg chg="add del">
          <ac:chgData name="SANCHEZ GONZALEZ ITZEL" userId="S::itzel.sanchez@inegi.org.mx::dd39a47e-268d-480f-995f-4f41488c9d84" providerId="AD" clId="Web-{48435FEA-771E-1B56-7436-B567E4367C0F}" dt="2025-12-01T19:51:08.984" v="295"/>
          <ac:spMkLst>
            <pc:docMk/>
            <pc:sldMk cId="1049819049" sldId="365"/>
            <ac:spMk id="764" creationId="{93EE5141-4A06-8139-6394-DF929D9E793D}"/>
          </ac:spMkLst>
        </pc:spChg>
        <pc:spChg chg="add mod">
          <ac:chgData name="SANCHEZ GONZALEZ ITZEL" userId="S::itzel.sanchez@inegi.org.mx::dd39a47e-268d-480f-995f-4f41488c9d84" providerId="AD" clId="Web-{48435FEA-771E-1B56-7436-B567E4367C0F}" dt="2025-12-01T19:54:35.545" v="386" actId="1076"/>
          <ac:spMkLst>
            <pc:docMk/>
            <pc:sldMk cId="1049819049" sldId="365"/>
            <ac:spMk id="789" creationId="{E201A5EA-EEDB-8FFF-913D-93E16589560D}"/>
          </ac:spMkLst>
        </pc:spChg>
        <pc:spChg chg="add mod">
          <ac:chgData name="SANCHEZ GONZALEZ ITZEL" userId="S::itzel.sanchez@inegi.org.mx::dd39a47e-268d-480f-995f-4f41488c9d84" providerId="AD" clId="Web-{48435FEA-771E-1B56-7436-B567E4367C0F}" dt="2025-12-01T19:52:50.108" v="351" actId="14100"/>
          <ac:spMkLst>
            <pc:docMk/>
            <pc:sldMk cId="1049819049" sldId="365"/>
            <ac:spMk id="790" creationId="{F3E81830-DB16-5773-C8CA-E055A3CCC3E0}"/>
          </ac:spMkLst>
        </pc:spChg>
        <pc:spChg chg="add mod">
          <ac:chgData name="SANCHEZ GONZALEZ ITZEL" userId="S::itzel.sanchez@inegi.org.mx::dd39a47e-268d-480f-995f-4f41488c9d84" providerId="AD" clId="Web-{48435FEA-771E-1B56-7436-B567E4367C0F}" dt="2025-12-01T19:54:23.967" v="385" actId="1076"/>
          <ac:spMkLst>
            <pc:docMk/>
            <pc:sldMk cId="1049819049" sldId="365"/>
            <ac:spMk id="791" creationId="{C0F29A9F-BB29-03DE-BE76-0265342DFEF1}"/>
          </ac:spMkLst>
        </pc:spChg>
        <pc:spChg chg="add mod">
          <ac:chgData name="SANCHEZ GONZALEZ ITZEL" userId="S::itzel.sanchez@inegi.org.mx::dd39a47e-268d-480f-995f-4f41488c9d84" providerId="AD" clId="Web-{48435FEA-771E-1B56-7436-B567E4367C0F}" dt="2025-12-01T19:54:03.873" v="382" actId="14100"/>
          <ac:spMkLst>
            <pc:docMk/>
            <pc:sldMk cId="1049819049" sldId="365"/>
            <ac:spMk id="792" creationId="{0EBA18C1-F199-E4E6-7B13-06527F8315D9}"/>
          </ac:spMkLst>
        </pc:spChg>
        <pc:graphicFrameChg chg="add del mod modGraphic">
          <ac:chgData name="SANCHEZ GONZALEZ ITZEL" userId="S::itzel.sanchez@inegi.org.mx::dd39a47e-268d-480f-995f-4f41488c9d84" providerId="AD" clId="Web-{48435FEA-771E-1B56-7436-B567E4367C0F}" dt="2025-12-01T19:01:11.306" v="6"/>
          <ac:graphicFrameMkLst>
            <pc:docMk/>
            <pc:sldMk cId="1049819049" sldId="365"/>
            <ac:graphicFrameMk id="3" creationId="{EC5344B7-94E5-756F-547F-40C7B39258A1}"/>
          </ac:graphicFrameMkLst>
        </pc:graphicFrameChg>
        <pc:graphicFrameChg chg="add mod modGraphic">
          <ac:chgData name="SANCHEZ GONZALEZ ITZEL" userId="S::itzel.sanchez@inegi.org.mx::dd39a47e-268d-480f-995f-4f41488c9d84" providerId="AD" clId="Web-{48435FEA-771E-1B56-7436-B567E4367C0F}" dt="2025-12-01T19:51:07.187" v="294" actId="1076"/>
          <ac:graphicFrameMkLst>
            <pc:docMk/>
            <pc:sldMk cId="1049819049" sldId="365"/>
            <ac:graphicFrameMk id="36" creationId="{08CCB335-C028-5874-91C3-FF3C4E803589}"/>
          </ac:graphicFrameMkLst>
        </pc:graphicFrameChg>
        <pc:picChg chg="del mod">
          <ac:chgData name="SANCHEZ GONZALEZ ITZEL" userId="S::itzel.sanchez@inegi.org.mx::dd39a47e-268d-480f-995f-4f41488c9d84" providerId="AD" clId="Web-{48435FEA-771E-1B56-7436-B567E4367C0F}" dt="2025-12-01T19:54:54.607" v="387"/>
          <ac:picMkLst>
            <pc:docMk/>
            <pc:sldMk cId="1049819049" sldId="365"/>
            <ac:picMk id="15" creationId="{191D042D-1600-F6D1-7DE8-CB409ECD491C}"/>
          </ac:picMkLst>
        </pc:picChg>
      </pc:sldChg>
      <pc:sldChg chg="add del replId">
        <pc:chgData name="SANCHEZ GONZALEZ ITZEL" userId="S::itzel.sanchez@inegi.org.mx::dd39a47e-268d-480f-995f-4f41488c9d84" providerId="AD" clId="Web-{48435FEA-771E-1B56-7436-B567E4367C0F}" dt="2025-12-01T20:29:21.866" v="557"/>
        <pc:sldMkLst>
          <pc:docMk/>
          <pc:sldMk cId="1141668182" sldId="366"/>
        </pc:sldMkLst>
      </pc:sldChg>
    </pc:docChg>
  </pc:docChgLst>
  <pc:docChgLst>
    <pc:chgData name="SANCHEZ GONZALEZ ITZEL" userId="S::itzel.sanchez@inegi.org.mx::dd39a47e-268d-480f-995f-4f41488c9d84" providerId="AD" clId="Web-{73F843FA-7243-DC14-7C3F-A33A53D513E2}"/>
    <pc:docChg chg="addSld delSld modSld sldOrd">
      <pc:chgData name="SANCHEZ GONZALEZ ITZEL" userId="S::itzel.sanchez@inegi.org.mx::dd39a47e-268d-480f-995f-4f41488c9d84" providerId="AD" clId="Web-{73F843FA-7243-DC14-7C3F-A33A53D513E2}" dt="2025-12-01T05:16:05.875" v="217"/>
      <pc:docMkLst>
        <pc:docMk/>
      </pc:docMkLst>
      <pc:sldChg chg="del">
        <pc:chgData name="SANCHEZ GONZALEZ ITZEL" userId="S::itzel.sanchez@inegi.org.mx::dd39a47e-268d-480f-995f-4f41488c9d84" providerId="AD" clId="Web-{73F843FA-7243-DC14-7C3F-A33A53D513E2}" dt="2025-12-01T05:16:01.219" v="216"/>
        <pc:sldMkLst>
          <pc:docMk/>
          <pc:sldMk cId="3018066207" sldId="261"/>
        </pc:sldMkLst>
      </pc:sldChg>
      <pc:sldChg chg="del">
        <pc:chgData name="SANCHEZ GONZALEZ ITZEL" userId="S::itzel.sanchez@inegi.org.mx::dd39a47e-268d-480f-995f-4f41488c9d84" providerId="AD" clId="Web-{73F843FA-7243-DC14-7C3F-A33A53D513E2}" dt="2025-12-01T05:16:01.219" v="215"/>
        <pc:sldMkLst>
          <pc:docMk/>
          <pc:sldMk cId="2475944787" sldId="262"/>
        </pc:sldMkLst>
      </pc:sldChg>
      <pc:sldChg chg="del">
        <pc:chgData name="SANCHEZ GONZALEZ ITZEL" userId="S::itzel.sanchez@inegi.org.mx::dd39a47e-268d-480f-995f-4f41488c9d84" providerId="AD" clId="Web-{73F843FA-7243-DC14-7C3F-A33A53D513E2}" dt="2025-12-01T05:16:01.219" v="214"/>
        <pc:sldMkLst>
          <pc:docMk/>
          <pc:sldMk cId="1279245625" sldId="265"/>
        </pc:sldMkLst>
      </pc:sldChg>
      <pc:sldChg chg="del">
        <pc:chgData name="SANCHEZ GONZALEZ ITZEL" userId="S::itzel.sanchez@inegi.org.mx::dd39a47e-268d-480f-995f-4f41488c9d84" providerId="AD" clId="Web-{73F843FA-7243-DC14-7C3F-A33A53D513E2}" dt="2025-12-01T05:16:01.188" v="210"/>
        <pc:sldMkLst>
          <pc:docMk/>
          <pc:sldMk cId="1968653457" sldId="266"/>
        </pc:sldMkLst>
      </pc:sldChg>
      <pc:sldChg chg="del">
        <pc:chgData name="SANCHEZ GONZALEZ ITZEL" userId="S::itzel.sanchez@inegi.org.mx::dd39a47e-268d-480f-995f-4f41488c9d84" providerId="AD" clId="Web-{73F843FA-7243-DC14-7C3F-A33A53D513E2}" dt="2025-12-01T05:16:01.188" v="211"/>
        <pc:sldMkLst>
          <pc:docMk/>
          <pc:sldMk cId="1153152081" sldId="282"/>
        </pc:sldMkLst>
      </pc:sldChg>
      <pc:sldChg chg="addSp delSp modSp ord">
        <pc:chgData name="SANCHEZ GONZALEZ ITZEL" userId="S::itzel.sanchez@inegi.org.mx::dd39a47e-268d-480f-995f-4f41488c9d84" providerId="AD" clId="Web-{73F843FA-7243-DC14-7C3F-A33A53D513E2}" dt="2025-12-01T05:14:55.657" v="190"/>
        <pc:sldMkLst>
          <pc:docMk/>
          <pc:sldMk cId="1403141831" sldId="300"/>
        </pc:sldMkLst>
        <pc:spChg chg="del">
          <ac:chgData name="SANCHEZ GONZALEZ ITZEL" userId="S::itzel.sanchez@inegi.org.mx::dd39a47e-268d-480f-995f-4f41488c9d84" providerId="AD" clId="Web-{73F843FA-7243-DC14-7C3F-A33A53D513E2}" dt="2025-12-01T05:08:37.079" v="151"/>
          <ac:spMkLst>
            <pc:docMk/>
            <pc:sldMk cId="1403141831" sldId="300"/>
            <ac:spMk id="2" creationId="{1DB6FD48-C629-5B1C-6541-F27EC42186A9}"/>
          </ac:spMkLst>
        </pc:spChg>
        <pc:spChg chg="del">
          <ac:chgData name="SANCHEZ GONZALEZ ITZEL" userId="S::itzel.sanchez@inegi.org.mx::dd39a47e-268d-480f-995f-4f41488c9d84" providerId="AD" clId="Web-{73F843FA-7243-DC14-7C3F-A33A53D513E2}" dt="2025-12-01T05:09:21.157" v="158"/>
          <ac:spMkLst>
            <pc:docMk/>
            <pc:sldMk cId="1403141831" sldId="300"/>
            <ac:spMk id="12" creationId="{5C1144FE-4B26-3C9E-AFE2-BE73A69A58B4}"/>
          </ac:spMkLst>
        </pc:spChg>
        <pc:spChg chg="del">
          <ac:chgData name="SANCHEZ GONZALEZ ITZEL" userId="S::itzel.sanchez@inegi.org.mx::dd39a47e-268d-480f-995f-4f41488c9d84" providerId="AD" clId="Web-{73F843FA-7243-DC14-7C3F-A33A53D513E2}" dt="2025-12-01T05:10:12.048" v="176"/>
          <ac:spMkLst>
            <pc:docMk/>
            <pc:sldMk cId="1403141831" sldId="300"/>
            <ac:spMk id="13" creationId="{86BB7364-D2D8-9218-E7DA-F542BA21AEC1}"/>
          </ac:spMkLst>
        </pc:spChg>
        <pc:spChg chg="del">
          <ac:chgData name="SANCHEZ GONZALEZ ITZEL" userId="S::itzel.sanchez@inegi.org.mx::dd39a47e-268d-480f-995f-4f41488c9d84" providerId="AD" clId="Web-{73F843FA-7243-DC14-7C3F-A33A53D513E2}" dt="2025-12-01T04:58:53.262" v="145"/>
          <ac:spMkLst>
            <pc:docMk/>
            <pc:sldMk cId="1403141831" sldId="300"/>
            <ac:spMk id="33" creationId="{4F3B84EB-6FCC-0A27-B6CF-BD90D6F61B58}"/>
          </ac:spMkLst>
        </pc:spChg>
        <pc:spChg chg="del mod">
          <ac:chgData name="SANCHEZ GONZALEZ ITZEL" userId="S::itzel.sanchez@inegi.org.mx::dd39a47e-268d-480f-995f-4f41488c9d84" providerId="AD" clId="Web-{73F843FA-7243-DC14-7C3F-A33A53D513E2}" dt="2025-12-01T04:58:57.293" v="148"/>
          <ac:spMkLst>
            <pc:docMk/>
            <pc:sldMk cId="1403141831" sldId="300"/>
            <ac:spMk id="39" creationId="{47C63990-329E-B9C6-C97A-88B819A2DA91}"/>
          </ac:spMkLst>
        </pc:spChg>
        <pc:graphicFrameChg chg="add mod modGraphic">
          <ac:chgData name="SANCHEZ GONZALEZ ITZEL" userId="S::itzel.sanchez@inegi.org.mx::dd39a47e-268d-480f-995f-4f41488c9d84" providerId="AD" clId="Web-{73F843FA-7243-DC14-7C3F-A33A53D513E2}" dt="2025-12-01T05:10:20.126" v="177" actId="1076"/>
          <ac:graphicFrameMkLst>
            <pc:docMk/>
            <pc:sldMk cId="1403141831" sldId="300"/>
            <ac:graphicFrameMk id="8" creationId="{4972D5E3-6D8C-92F8-8D5A-704AE5CB405F}"/>
          </ac:graphicFrameMkLst>
        </pc:graphicFrameChg>
        <pc:picChg chg="del">
          <ac:chgData name="SANCHEZ GONZALEZ ITZEL" userId="S::itzel.sanchez@inegi.org.mx::dd39a47e-268d-480f-995f-4f41488c9d84" providerId="AD" clId="Web-{73F843FA-7243-DC14-7C3F-A33A53D513E2}" dt="2025-12-01T04:58:58.543" v="149"/>
          <ac:picMkLst>
            <pc:docMk/>
            <pc:sldMk cId="1403141831" sldId="300"/>
            <ac:picMk id="7" creationId="{72849A8A-F6D0-2B6C-66FA-4B2E7EBE0C30}"/>
          </ac:picMkLst>
        </pc:picChg>
        <pc:picChg chg="del">
          <ac:chgData name="SANCHEZ GONZALEZ ITZEL" userId="S::itzel.sanchez@inegi.org.mx::dd39a47e-268d-480f-995f-4f41488c9d84" providerId="AD" clId="Web-{73F843FA-7243-DC14-7C3F-A33A53D513E2}" dt="2025-12-01T04:58:54.621" v="146"/>
          <ac:picMkLst>
            <pc:docMk/>
            <pc:sldMk cId="1403141831" sldId="300"/>
            <ac:picMk id="10" creationId="{5E5DACD2-85EB-7517-88C9-2059803BE9C3}"/>
          </ac:picMkLst>
        </pc:picChg>
      </pc:sldChg>
      <pc:sldChg chg="del">
        <pc:chgData name="SANCHEZ GONZALEZ ITZEL" userId="S::itzel.sanchez@inegi.org.mx::dd39a47e-268d-480f-995f-4f41488c9d84" providerId="AD" clId="Web-{73F843FA-7243-DC14-7C3F-A33A53D513E2}" dt="2025-12-01T04:29:11.239" v="65"/>
        <pc:sldMkLst>
          <pc:docMk/>
          <pc:sldMk cId="2893982966" sldId="307"/>
        </pc:sldMkLst>
      </pc:sldChg>
      <pc:sldChg chg="del">
        <pc:chgData name="SANCHEZ GONZALEZ ITZEL" userId="S::itzel.sanchez@inegi.org.mx::dd39a47e-268d-480f-995f-4f41488c9d84" providerId="AD" clId="Web-{73F843FA-7243-DC14-7C3F-A33A53D513E2}" dt="2025-12-01T05:16:01.188" v="209"/>
        <pc:sldMkLst>
          <pc:docMk/>
          <pc:sldMk cId="2534821927" sldId="325"/>
        </pc:sldMkLst>
      </pc:sldChg>
      <pc:sldChg chg="del">
        <pc:chgData name="SANCHEZ GONZALEZ ITZEL" userId="S::itzel.sanchez@inegi.org.mx::dd39a47e-268d-480f-995f-4f41488c9d84" providerId="AD" clId="Web-{73F843FA-7243-DC14-7C3F-A33A53D513E2}" dt="2025-12-01T05:16:01.172" v="208"/>
        <pc:sldMkLst>
          <pc:docMk/>
          <pc:sldMk cId="3511600900" sldId="338"/>
        </pc:sldMkLst>
      </pc:sldChg>
      <pc:sldChg chg="del">
        <pc:chgData name="SANCHEZ GONZALEZ ITZEL" userId="S::itzel.sanchez@inegi.org.mx::dd39a47e-268d-480f-995f-4f41488c9d84" providerId="AD" clId="Web-{73F843FA-7243-DC14-7C3F-A33A53D513E2}" dt="2025-12-01T05:16:01.172" v="207"/>
        <pc:sldMkLst>
          <pc:docMk/>
          <pc:sldMk cId="611494945" sldId="339"/>
        </pc:sldMkLst>
      </pc:sldChg>
      <pc:sldChg chg="del">
        <pc:chgData name="SANCHEZ GONZALEZ ITZEL" userId="S::itzel.sanchez@inegi.org.mx::dd39a47e-268d-480f-995f-4f41488c9d84" providerId="AD" clId="Web-{73F843FA-7243-DC14-7C3F-A33A53D513E2}" dt="2025-12-01T05:16:01.172" v="206"/>
        <pc:sldMkLst>
          <pc:docMk/>
          <pc:sldMk cId="4220353103" sldId="340"/>
        </pc:sldMkLst>
      </pc:sldChg>
      <pc:sldChg chg="del">
        <pc:chgData name="SANCHEZ GONZALEZ ITZEL" userId="S::itzel.sanchez@inegi.org.mx::dd39a47e-268d-480f-995f-4f41488c9d84" providerId="AD" clId="Web-{73F843FA-7243-DC14-7C3F-A33A53D513E2}" dt="2025-12-01T05:16:01.125" v="198"/>
        <pc:sldMkLst>
          <pc:docMk/>
          <pc:sldMk cId="1562108914" sldId="341"/>
        </pc:sldMkLst>
      </pc:sldChg>
      <pc:sldChg chg="del">
        <pc:chgData name="SANCHEZ GONZALEZ ITZEL" userId="S::itzel.sanchez@inegi.org.mx::dd39a47e-268d-480f-995f-4f41488c9d84" providerId="AD" clId="Web-{73F843FA-7243-DC14-7C3F-A33A53D513E2}" dt="2025-12-01T05:16:01.125" v="197"/>
        <pc:sldMkLst>
          <pc:docMk/>
          <pc:sldMk cId="2639962316" sldId="342"/>
        </pc:sldMkLst>
      </pc:sldChg>
      <pc:sldChg chg="del">
        <pc:chgData name="SANCHEZ GONZALEZ ITZEL" userId="S::itzel.sanchez@inegi.org.mx::dd39a47e-268d-480f-995f-4f41488c9d84" providerId="AD" clId="Web-{73F843FA-7243-DC14-7C3F-A33A53D513E2}" dt="2025-12-01T05:16:01.125" v="196"/>
        <pc:sldMkLst>
          <pc:docMk/>
          <pc:sldMk cId="54975550" sldId="343"/>
        </pc:sldMkLst>
      </pc:sldChg>
      <pc:sldChg chg="del">
        <pc:chgData name="SANCHEZ GONZALEZ ITZEL" userId="S::itzel.sanchez@inegi.org.mx::dd39a47e-268d-480f-995f-4f41488c9d84" providerId="AD" clId="Web-{73F843FA-7243-DC14-7C3F-A33A53D513E2}" dt="2025-12-01T05:16:01.094" v="194"/>
        <pc:sldMkLst>
          <pc:docMk/>
          <pc:sldMk cId="3612120062" sldId="344"/>
        </pc:sldMkLst>
      </pc:sldChg>
      <pc:sldChg chg="del">
        <pc:chgData name="SANCHEZ GONZALEZ ITZEL" userId="S::itzel.sanchez@inegi.org.mx::dd39a47e-268d-480f-995f-4f41488c9d84" providerId="AD" clId="Web-{73F843FA-7243-DC14-7C3F-A33A53D513E2}" dt="2025-12-01T05:16:01.110" v="195"/>
        <pc:sldMkLst>
          <pc:docMk/>
          <pc:sldMk cId="3565421477" sldId="345"/>
        </pc:sldMkLst>
      </pc:sldChg>
      <pc:sldChg chg="del">
        <pc:chgData name="SANCHEZ GONZALEZ ITZEL" userId="S::itzel.sanchez@inegi.org.mx::dd39a47e-268d-480f-995f-4f41488c9d84" providerId="AD" clId="Web-{73F843FA-7243-DC14-7C3F-A33A53D513E2}" dt="2025-12-01T05:16:01.078" v="193"/>
        <pc:sldMkLst>
          <pc:docMk/>
          <pc:sldMk cId="1905066681" sldId="347"/>
        </pc:sldMkLst>
      </pc:sldChg>
      <pc:sldChg chg="del">
        <pc:chgData name="SANCHEZ GONZALEZ ITZEL" userId="S::itzel.sanchez@inegi.org.mx::dd39a47e-268d-480f-995f-4f41488c9d84" providerId="AD" clId="Web-{73F843FA-7243-DC14-7C3F-A33A53D513E2}" dt="2025-12-01T05:16:00.938" v="192"/>
        <pc:sldMkLst>
          <pc:docMk/>
          <pc:sldMk cId="39164608" sldId="348"/>
        </pc:sldMkLst>
      </pc:sldChg>
      <pc:sldChg chg="del">
        <pc:chgData name="SANCHEZ GONZALEZ ITZEL" userId="S::itzel.sanchez@inegi.org.mx::dd39a47e-268d-480f-995f-4f41488c9d84" providerId="AD" clId="Web-{73F843FA-7243-DC14-7C3F-A33A53D513E2}" dt="2025-12-01T05:16:00.641" v="191"/>
        <pc:sldMkLst>
          <pc:docMk/>
          <pc:sldMk cId="2535354435" sldId="349"/>
        </pc:sldMkLst>
      </pc:sldChg>
      <pc:sldChg chg="del">
        <pc:chgData name="SANCHEZ GONZALEZ ITZEL" userId="S::itzel.sanchez@inegi.org.mx::dd39a47e-268d-480f-995f-4f41488c9d84" providerId="AD" clId="Web-{73F843FA-7243-DC14-7C3F-A33A53D513E2}" dt="2025-12-01T05:16:05.875" v="217"/>
        <pc:sldMkLst>
          <pc:docMk/>
          <pc:sldMk cId="1221353343" sldId="350"/>
        </pc:sldMkLst>
      </pc:sldChg>
      <pc:sldChg chg="del">
        <pc:chgData name="SANCHEZ GONZALEZ ITZEL" userId="S::itzel.sanchez@inegi.org.mx::dd39a47e-268d-480f-995f-4f41488c9d84" providerId="AD" clId="Web-{73F843FA-7243-DC14-7C3F-A33A53D513E2}" dt="2025-12-01T05:16:01.157" v="203"/>
        <pc:sldMkLst>
          <pc:docMk/>
          <pc:sldMk cId="3583849741" sldId="351"/>
        </pc:sldMkLst>
      </pc:sldChg>
      <pc:sldChg chg="del">
        <pc:chgData name="SANCHEZ GONZALEZ ITZEL" userId="S::itzel.sanchez@inegi.org.mx::dd39a47e-268d-480f-995f-4f41488c9d84" providerId="AD" clId="Web-{73F843FA-7243-DC14-7C3F-A33A53D513E2}" dt="2025-12-01T05:16:01.172" v="205"/>
        <pc:sldMkLst>
          <pc:docMk/>
          <pc:sldMk cId="4168186934" sldId="352"/>
        </pc:sldMkLst>
      </pc:sldChg>
      <pc:sldChg chg="del">
        <pc:chgData name="SANCHEZ GONZALEZ ITZEL" userId="S::itzel.sanchez@inegi.org.mx::dd39a47e-268d-480f-995f-4f41488c9d84" providerId="AD" clId="Web-{73F843FA-7243-DC14-7C3F-A33A53D513E2}" dt="2025-12-01T05:16:01.157" v="202"/>
        <pc:sldMkLst>
          <pc:docMk/>
          <pc:sldMk cId="3465197062" sldId="353"/>
        </pc:sldMkLst>
      </pc:sldChg>
      <pc:sldChg chg="del">
        <pc:chgData name="SANCHEZ GONZALEZ ITZEL" userId="S::itzel.sanchez@inegi.org.mx::dd39a47e-268d-480f-995f-4f41488c9d84" providerId="AD" clId="Web-{73F843FA-7243-DC14-7C3F-A33A53D513E2}" dt="2025-12-01T05:16:01.157" v="201"/>
        <pc:sldMkLst>
          <pc:docMk/>
          <pc:sldMk cId="3684724409" sldId="354"/>
        </pc:sldMkLst>
      </pc:sldChg>
      <pc:sldChg chg="del">
        <pc:chgData name="SANCHEZ GONZALEZ ITZEL" userId="S::itzel.sanchez@inegi.org.mx::dd39a47e-268d-480f-995f-4f41488c9d84" providerId="AD" clId="Web-{73F843FA-7243-DC14-7C3F-A33A53D513E2}" dt="2025-12-01T05:16:01.157" v="204"/>
        <pc:sldMkLst>
          <pc:docMk/>
          <pc:sldMk cId="2744415292" sldId="355"/>
        </pc:sldMkLst>
      </pc:sldChg>
      <pc:sldChg chg="del">
        <pc:chgData name="SANCHEZ GONZALEZ ITZEL" userId="S::itzel.sanchez@inegi.org.mx::dd39a47e-268d-480f-995f-4f41488c9d84" providerId="AD" clId="Web-{73F843FA-7243-DC14-7C3F-A33A53D513E2}" dt="2025-12-01T05:16:01.141" v="200"/>
        <pc:sldMkLst>
          <pc:docMk/>
          <pc:sldMk cId="448464540" sldId="356"/>
        </pc:sldMkLst>
      </pc:sldChg>
      <pc:sldChg chg="del">
        <pc:chgData name="SANCHEZ GONZALEZ ITZEL" userId="S::itzel.sanchez@inegi.org.mx::dd39a47e-268d-480f-995f-4f41488c9d84" providerId="AD" clId="Web-{73F843FA-7243-DC14-7C3F-A33A53D513E2}" dt="2025-12-01T05:16:01.125" v="199"/>
        <pc:sldMkLst>
          <pc:docMk/>
          <pc:sldMk cId="3293534400" sldId="357"/>
        </pc:sldMkLst>
      </pc:sldChg>
      <pc:sldChg chg="addSp delSp modSp ord">
        <pc:chgData name="SANCHEZ GONZALEZ ITZEL" userId="S::itzel.sanchez@inegi.org.mx::dd39a47e-268d-480f-995f-4f41488c9d84" providerId="AD" clId="Web-{73F843FA-7243-DC14-7C3F-A33A53D513E2}" dt="2025-12-01T04:28:37.597" v="64" actId="1076"/>
        <pc:sldMkLst>
          <pc:docMk/>
          <pc:sldMk cId="1136422532" sldId="359"/>
        </pc:sldMkLst>
        <pc:spChg chg="del">
          <ac:chgData name="SANCHEZ GONZALEZ ITZEL" userId="S::itzel.sanchez@inegi.org.mx::dd39a47e-268d-480f-995f-4f41488c9d84" providerId="AD" clId="Web-{73F843FA-7243-DC14-7C3F-A33A53D513E2}" dt="2025-12-01T04:28:28.082" v="63"/>
          <ac:spMkLst>
            <pc:docMk/>
            <pc:sldMk cId="1136422532" sldId="359"/>
            <ac:spMk id="4" creationId="{A89C4245-6B9E-D01E-151D-802DDF2469F8}"/>
          </ac:spMkLst>
        </pc:spChg>
        <pc:spChg chg="mod">
          <ac:chgData name="SANCHEZ GONZALEZ ITZEL" userId="S::itzel.sanchez@inegi.org.mx::dd39a47e-268d-480f-995f-4f41488c9d84" providerId="AD" clId="Web-{73F843FA-7243-DC14-7C3F-A33A53D513E2}" dt="2025-12-01T04:27:47.706" v="62" actId="14100"/>
          <ac:spMkLst>
            <pc:docMk/>
            <pc:sldMk cId="1136422532" sldId="359"/>
            <ac:spMk id="5" creationId="{B4744829-76AF-AB2B-5058-F046750CD2A0}"/>
          </ac:spMkLst>
        </pc:spChg>
        <pc:spChg chg="mod">
          <ac:chgData name="SANCHEZ GONZALEZ ITZEL" userId="S::itzel.sanchez@inegi.org.mx::dd39a47e-268d-480f-995f-4f41488c9d84" providerId="AD" clId="Web-{73F843FA-7243-DC14-7C3F-A33A53D513E2}" dt="2025-12-01T04:05:30.883" v="34" actId="14100"/>
          <ac:spMkLst>
            <pc:docMk/>
            <pc:sldMk cId="1136422532" sldId="359"/>
            <ac:spMk id="6" creationId="{02DC3C5C-25BD-52F7-279B-0890E4D0AA5D}"/>
          </ac:spMkLst>
        </pc:spChg>
        <pc:spChg chg="add del mod">
          <ac:chgData name="SANCHEZ GONZALEZ ITZEL" userId="S::itzel.sanchez@inegi.org.mx::dd39a47e-268d-480f-995f-4f41488c9d84" providerId="AD" clId="Web-{73F843FA-7243-DC14-7C3F-A33A53D513E2}" dt="2025-12-01T04:11:52.416" v="39"/>
          <ac:spMkLst>
            <pc:docMk/>
            <pc:sldMk cId="1136422532" sldId="359"/>
            <ac:spMk id="9" creationId="{C0D7712E-8F22-FCA8-41E4-7CD5AE5F891F}"/>
          </ac:spMkLst>
        </pc:spChg>
        <pc:spChg chg="add del mod">
          <ac:chgData name="SANCHEZ GONZALEZ ITZEL" userId="S::itzel.sanchez@inegi.org.mx::dd39a47e-268d-480f-995f-4f41488c9d84" providerId="AD" clId="Web-{73F843FA-7243-DC14-7C3F-A33A53D513E2}" dt="2025-12-01T04:15:50.249" v="47"/>
          <ac:spMkLst>
            <pc:docMk/>
            <pc:sldMk cId="1136422532" sldId="359"/>
            <ac:spMk id="13" creationId="{BFE5CBC3-FB3D-01AE-55D9-FFB3438114B3}"/>
          </ac:spMkLst>
        </pc:spChg>
        <pc:spChg chg="add del mod">
          <ac:chgData name="SANCHEZ GONZALEZ ITZEL" userId="S::itzel.sanchez@inegi.org.mx::dd39a47e-268d-480f-995f-4f41488c9d84" providerId="AD" clId="Web-{73F843FA-7243-DC14-7C3F-A33A53D513E2}" dt="2025-12-01T04:26:22.672" v="51"/>
          <ac:spMkLst>
            <pc:docMk/>
            <pc:sldMk cId="1136422532" sldId="359"/>
            <ac:spMk id="14" creationId="{9E5646F8-0981-47D8-6B88-C4DD65CD157C}"/>
          </ac:spMkLst>
        </pc:spChg>
        <pc:graphicFrameChg chg="add del mod">
          <ac:chgData name="SANCHEZ GONZALEZ ITZEL" userId="S::itzel.sanchez@inegi.org.mx::dd39a47e-268d-480f-995f-4f41488c9d84" providerId="AD" clId="Web-{73F843FA-7243-DC14-7C3F-A33A53D513E2}" dt="2025-12-01T04:11:52.416" v="40"/>
          <ac:graphicFrameMkLst>
            <pc:docMk/>
            <pc:sldMk cId="1136422532" sldId="359"/>
            <ac:graphicFrameMk id="7" creationId="{EDC0D6C0-AF1E-A0EF-B72D-8CA858837311}"/>
          </ac:graphicFrameMkLst>
        </pc:graphicFrameChg>
        <pc:graphicFrameChg chg="add del mod">
          <ac:chgData name="SANCHEZ GONZALEZ ITZEL" userId="S::itzel.sanchez@inegi.org.mx::dd39a47e-268d-480f-995f-4f41488c9d84" providerId="AD" clId="Web-{73F843FA-7243-DC14-7C3F-A33A53D513E2}" dt="2025-12-01T04:15:50.249" v="48"/>
          <ac:graphicFrameMkLst>
            <pc:docMk/>
            <pc:sldMk cId="1136422532" sldId="359"/>
            <ac:graphicFrameMk id="12" creationId="{A6E555E6-504D-0C06-80CA-2D132805593C}"/>
          </ac:graphicFrameMkLst>
        </pc:graphicFrameChg>
        <pc:picChg chg="add del mod">
          <ac:chgData name="SANCHEZ GONZALEZ ITZEL" userId="S::itzel.sanchez@inegi.org.mx::dd39a47e-268d-480f-995f-4f41488c9d84" providerId="AD" clId="Web-{73F843FA-7243-DC14-7C3F-A33A53D513E2}" dt="2025-12-01T04:13:05.481" v="42"/>
          <ac:picMkLst>
            <pc:docMk/>
            <pc:sldMk cId="1136422532" sldId="359"/>
            <ac:picMk id="10" creationId="{55B55C9B-B0DD-058B-ECF8-B4B4380FDA6E}"/>
          </ac:picMkLst>
        </pc:picChg>
        <pc:picChg chg="add mod">
          <ac:chgData name="SANCHEZ GONZALEZ ITZEL" userId="S::itzel.sanchez@inegi.org.mx::dd39a47e-268d-480f-995f-4f41488c9d84" providerId="AD" clId="Web-{73F843FA-7243-DC14-7C3F-A33A53D513E2}" dt="2025-12-01T04:28:37.597" v="64" actId="1076"/>
          <ac:picMkLst>
            <pc:docMk/>
            <pc:sldMk cId="1136422532" sldId="359"/>
            <ac:picMk id="15" creationId="{BFDEA563-536C-88A6-2334-E76424176130}"/>
          </ac:picMkLst>
        </pc:picChg>
      </pc:sldChg>
      <pc:sldChg chg="addSp delSp modSp">
        <pc:chgData name="SANCHEZ GONZALEZ ITZEL" userId="S::itzel.sanchez@inegi.org.mx::dd39a47e-268d-480f-995f-4f41488c9d84" providerId="AD" clId="Web-{73F843FA-7243-DC14-7C3F-A33A53D513E2}" dt="2025-12-01T04:58:04.465" v="143" actId="1076"/>
        <pc:sldMkLst>
          <pc:docMk/>
          <pc:sldMk cId="3466682489" sldId="360"/>
        </pc:sldMkLst>
        <pc:spChg chg="add mod">
          <ac:chgData name="SANCHEZ GONZALEZ ITZEL" userId="S::itzel.sanchez@inegi.org.mx::dd39a47e-268d-480f-995f-4f41488c9d84" providerId="AD" clId="Web-{73F843FA-7243-DC14-7C3F-A33A53D513E2}" dt="2025-12-01T04:58:04.465" v="143" actId="1076"/>
          <ac:spMkLst>
            <pc:docMk/>
            <pc:sldMk cId="3466682489" sldId="360"/>
            <ac:spMk id="3" creationId="{5A203378-9DAE-6F51-52C1-F3D2C265B4A6}"/>
          </ac:spMkLst>
        </pc:spChg>
        <pc:spChg chg="del">
          <ac:chgData name="SANCHEZ GONZALEZ ITZEL" userId="S::itzel.sanchez@inegi.org.mx::dd39a47e-268d-480f-995f-4f41488c9d84" providerId="AD" clId="Web-{73F843FA-7243-DC14-7C3F-A33A53D513E2}" dt="2025-12-01T04:33:13.962" v="93"/>
          <ac:spMkLst>
            <pc:docMk/>
            <pc:sldMk cId="3466682489" sldId="360"/>
            <ac:spMk id="4" creationId="{1A9FA5EA-7539-38DA-9FEC-31B59D0E58D1}"/>
          </ac:spMkLst>
        </pc:spChg>
        <pc:spChg chg="mod">
          <ac:chgData name="SANCHEZ GONZALEZ ITZEL" userId="S::itzel.sanchez@inegi.org.mx::dd39a47e-268d-480f-995f-4f41488c9d84" providerId="AD" clId="Web-{73F843FA-7243-DC14-7C3F-A33A53D513E2}" dt="2025-12-01T04:57:53.184" v="141" actId="1076"/>
          <ac:spMkLst>
            <pc:docMk/>
            <pc:sldMk cId="3466682489" sldId="360"/>
            <ac:spMk id="5" creationId="{3348F5E2-C188-DBD8-BBCB-DD7D68D37133}"/>
          </ac:spMkLst>
        </pc:spChg>
        <pc:spChg chg="mod">
          <ac:chgData name="SANCHEZ GONZALEZ ITZEL" userId="S::itzel.sanchez@inegi.org.mx::dd39a47e-268d-480f-995f-4f41488c9d84" providerId="AD" clId="Web-{73F843FA-7243-DC14-7C3F-A33A53D513E2}" dt="2025-12-01T04:30:05.646" v="72" actId="14100"/>
          <ac:spMkLst>
            <pc:docMk/>
            <pc:sldMk cId="3466682489" sldId="360"/>
            <ac:spMk id="6" creationId="{C4EEED4C-1244-DA3B-D149-8229C7ABC9AA}"/>
          </ac:spMkLst>
        </pc:spChg>
        <pc:spChg chg="mod">
          <ac:chgData name="SANCHEZ GONZALEZ ITZEL" userId="S::itzel.sanchez@inegi.org.mx::dd39a47e-268d-480f-995f-4f41488c9d84" providerId="AD" clId="Web-{73F843FA-7243-DC14-7C3F-A33A53D513E2}" dt="2025-12-01T04:57:56.200" v="142" actId="1076"/>
          <ac:spMkLst>
            <pc:docMk/>
            <pc:sldMk cId="3466682489" sldId="360"/>
            <ac:spMk id="7" creationId="{62C3E7FB-7A2E-7443-7E3D-DBE84EC77888}"/>
          </ac:spMkLst>
        </pc:spChg>
      </pc:sldChg>
      <pc:sldChg chg="del">
        <pc:chgData name="SANCHEZ GONZALEZ ITZEL" userId="S::itzel.sanchez@inegi.org.mx::dd39a47e-268d-480f-995f-4f41488c9d84" providerId="AD" clId="Web-{73F843FA-7243-DC14-7C3F-A33A53D513E2}" dt="2025-12-01T05:16:01.203" v="213"/>
        <pc:sldMkLst>
          <pc:docMk/>
          <pc:sldMk cId="3646333557" sldId="361"/>
        </pc:sldMkLst>
      </pc:sldChg>
      <pc:sldChg chg="delSp modSp">
        <pc:chgData name="SANCHEZ GONZALEZ ITZEL" userId="S::itzel.sanchez@inegi.org.mx::dd39a47e-268d-480f-995f-4f41488c9d84" providerId="AD" clId="Web-{73F843FA-7243-DC14-7C3F-A33A53D513E2}" dt="2025-12-01T04:04:00.329" v="31"/>
        <pc:sldMkLst>
          <pc:docMk/>
          <pc:sldMk cId="2517089513" sldId="362"/>
        </pc:sldMkLst>
        <pc:spChg chg="del">
          <ac:chgData name="SANCHEZ GONZALEZ ITZEL" userId="S::itzel.sanchez@inegi.org.mx::dd39a47e-268d-480f-995f-4f41488c9d84" providerId="AD" clId="Web-{73F843FA-7243-DC14-7C3F-A33A53D513E2}" dt="2025-12-01T04:04:00.329" v="31"/>
          <ac:spMkLst>
            <pc:docMk/>
            <pc:sldMk cId="2517089513" sldId="362"/>
            <ac:spMk id="2" creationId="{B35AEEAA-73E9-8C27-19DC-9803D4F185E7}"/>
          </ac:spMkLst>
        </pc:spChg>
        <pc:spChg chg="del">
          <ac:chgData name="SANCHEZ GONZALEZ ITZEL" userId="S::itzel.sanchez@inegi.org.mx::dd39a47e-268d-480f-995f-4f41488c9d84" providerId="AD" clId="Web-{73F843FA-7243-DC14-7C3F-A33A53D513E2}" dt="2025-12-01T04:03:58.454" v="30"/>
          <ac:spMkLst>
            <pc:docMk/>
            <pc:sldMk cId="2517089513" sldId="362"/>
            <ac:spMk id="10" creationId="{9B71ABAE-5719-E56F-F0A2-B80F6125A9D1}"/>
          </ac:spMkLst>
        </pc:spChg>
        <pc:spChg chg="mod">
          <ac:chgData name="SANCHEZ GONZALEZ ITZEL" userId="S::itzel.sanchez@inegi.org.mx::dd39a47e-268d-480f-995f-4f41488c9d84" providerId="AD" clId="Web-{73F843FA-7243-DC14-7C3F-A33A53D513E2}" dt="2025-12-01T04:03:44.703" v="29" actId="1076"/>
          <ac:spMkLst>
            <pc:docMk/>
            <pc:sldMk cId="2517089513" sldId="362"/>
            <ac:spMk id="11" creationId="{15F974E7-6D0D-C944-60DF-E224FC82B106}"/>
          </ac:spMkLst>
        </pc:spChg>
      </pc:sldChg>
      <pc:sldChg chg="del">
        <pc:chgData name="SANCHEZ GONZALEZ ITZEL" userId="S::itzel.sanchez@inegi.org.mx::dd39a47e-268d-480f-995f-4f41488c9d84" providerId="AD" clId="Web-{73F843FA-7243-DC14-7C3F-A33A53D513E2}" dt="2025-12-01T05:16:01.203" v="212"/>
        <pc:sldMkLst>
          <pc:docMk/>
          <pc:sldMk cId="3418621593" sldId="363"/>
        </pc:sldMkLst>
      </pc:sldChg>
      <pc:sldChg chg="addSp delSp modSp new">
        <pc:chgData name="SANCHEZ GONZALEZ ITZEL" userId="S::itzel.sanchez@inegi.org.mx::dd39a47e-268d-480f-995f-4f41488c9d84" providerId="AD" clId="Web-{73F843FA-7243-DC14-7C3F-A33A53D513E2}" dt="2025-12-01T05:14:22.641" v="189" actId="1076"/>
        <pc:sldMkLst>
          <pc:docMk/>
          <pc:sldMk cId="476137269" sldId="364"/>
        </pc:sldMkLst>
        <pc:spChg chg="add del mod">
          <ac:chgData name="SANCHEZ GONZALEZ ITZEL" userId="S::itzel.sanchez@inegi.org.mx::dd39a47e-268d-480f-995f-4f41488c9d84" providerId="AD" clId="Web-{73F843FA-7243-DC14-7C3F-A33A53D513E2}" dt="2025-12-01T05:11:02.219" v="181"/>
          <ac:spMkLst>
            <pc:docMk/>
            <pc:sldMk cId="476137269" sldId="364"/>
            <ac:spMk id="2" creationId="{20B74C03-36DC-8A89-EBFC-53040C1DDD8D}"/>
          </ac:spMkLst>
        </pc:spChg>
        <pc:spChg chg="add del mod">
          <ac:chgData name="SANCHEZ GONZALEZ ITZEL" userId="S::itzel.sanchez@inegi.org.mx::dd39a47e-268d-480f-995f-4f41488c9d84" providerId="AD" clId="Web-{73F843FA-7243-DC14-7C3F-A33A53D513E2}" dt="2025-12-01T05:11:06.626" v="184"/>
          <ac:spMkLst>
            <pc:docMk/>
            <pc:sldMk cId="476137269" sldId="364"/>
            <ac:spMk id="3" creationId="{4D3BA4D9-9A91-43A8-FF17-E5CB2272DF6B}"/>
          </ac:spMkLst>
        </pc:spChg>
        <pc:spChg chg="add del mod">
          <ac:chgData name="SANCHEZ GONZALEZ ITZEL" userId="S::itzel.sanchez@inegi.org.mx::dd39a47e-268d-480f-995f-4f41488c9d84" providerId="AD" clId="Web-{73F843FA-7243-DC14-7C3F-A33A53D513E2}" dt="2025-12-01T05:11:19.813" v="187"/>
          <ac:spMkLst>
            <pc:docMk/>
            <pc:sldMk cId="476137269" sldId="364"/>
            <ac:spMk id="4" creationId="{8AA65D86-8166-0DE2-16EF-EE307371E1F4}"/>
          </ac:spMkLst>
        </pc:spChg>
        <pc:graphicFrameChg chg="add mod">
          <ac:chgData name="SANCHEZ GONZALEZ ITZEL" userId="S::itzel.sanchez@inegi.org.mx::dd39a47e-268d-480f-995f-4f41488c9d84" providerId="AD" clId="Web-{73F843FA-7243-DC14-7C3F-A33A53D513E2}" dt="2025-12-01T05:14:22.641" v="189" actId="1076"/>
          <ac:graphicFrameMkLst>
            <pc:docMk/>
            <pc:sldMk cId="476137269" sldId="364"/>
            <ac:graphicFrameMk id="6" creationId="{7D11258B-A2BE-88FA-7732-ED2FEA4A8134}"/>
          </ac:graphicFrameMkLst>
        </pc:graphicFrameChg>
      </pc:sldChg>
    </pc:docChg>
  </pc:docChgLst>
  <pc:docChgLst>
    <pc:chgData name="SANCHEZ GONZALEZ ITZEL" userId="S::itzel.sanchez@inegi.org.mx::dd39a47e-268d-480f-995f-4f41488c9d84" providerId="AD" clId="Web-{B6EE4C0B-2359-BDC4-E20A-9DE0E56462B1}"/>
    <pc:docChg chg="modSld">
      <pc:chgData name="SANCHEZ GONZALEZ ITZEL" userId="S::itzel.sanchez@inegi.org.mx::dd39a47e-268d-480f-995f-4f41488c9d84" providerId="AD" clId="Web-{B6EE4C0B-2359-BDC4-E20A-9DE0E56462B1}" dt="2025-12-02T10:36:48.799" v="83" actId="1076"/>
      <pc:docMkLst>
        <pc:docMk/>
      </pc:docMkLst>
      <pc:sldChg chg="addSp modSp">
        <pc:chgData name="SANCHEZ GONZALEZ ITZEL" userId="S::itzel.sanchez@inegi.org.mx::dd39a47e-268d-480f-995f-4f41488c9d84" providerId="AD" clId="Web-{B6EE4C0B-2359-BDC4-E20A-9DE0E56462B1}" dt="2025-12-02T10:36:48.799" v="83" actId="1076"/>
        <pc:sldMkLst>
          <pc:docMk/>
          <pc:sldMk cId="1403141831" sldId="300"/>
        </pc:sldMkLst>
        <pc:spChg chg="add mod">
          <ac:chgData name="SANCHEZ GONZALEZ ITZEL" userId="S::itzel.sanchez@inegi.org.mx::dd39a47e-268d-480f-995f-4f41488c9d84" providerId="AD" clId="Web-{B6EE4C0B-2359-BDC4-E20A-9DE0E56462B1}" dt="2025-12-02T10:34:29.768" v="68" actId="20577"/>
          <ac:spMkLst>
            <pc:docMk/>
            <pc:sldMk cId="1403141831" sldId="300"/>
            <ac:spMk id="2" creationId="{98BB0480-EDB1-2B1C-21E9-5DE4E9C7175A}"/>
          </ac:spMkLst>
        </pc:spChg>
        <pc:spChg chg="add mod">
          <ac:chgData name="SANCHEZ GONZALEZ ITZEL" userId="S::itzel.sanchez@inegi.org.mx::dd39a47e-268d-480f-995f-4f41488c9d84" providerId="AD" clId="Web-{B6EE4C0B-2359-BDC4-E20A-9DE0E56462B1}" dt="2025-12-02T10:36:48.799" v="83" actId="1076"/>
          <ac:spMkLst>
            <pc:docMk/>
            <pc:sldMk cId="1403141831" sldId="300"/>
            <ac:spMk id="3" creationId="{6FB912C1-E17E-6EF6-FF19-4E4446D99DE5}"/>
          </ac:spMkLst>
        </pc:spChg>
      </pc:sldChg>
      <pc:sldChg chg="addSp delSp modSp addAnim delAnim modAnim">
        <pc:chgData name="SANCHEZ GONZALEZ ITZEL" userId="S::itzel.sanchez@inegi.org.mx::dd39a47e-268d-480f-995f-4f41488c9d84" providerId="AD" clId="Web-{B6EE4C0B-2359-BDC4-E20A-9DE0E56462B1}" dt="2025-12-02T10:19:47.154" v="55"/>
        <pc:sldMkLst>
          <pc:docMk/>
          <pc:sldMk cId="476137269" sldId="364"/>
        </pc:sldMkLst>
        <pc:spChg chg="add mod">
          <ac:chgData name="SANCHEZ GONZALEZ ITZEL" userId="S::itzel.sanchez@inegi.org.mx::dd39a47e-268d-480f-995f-4f41488c9d84" providerId="AD" clId="Web-{B6EE4C0B-2359-BDC4-E20A-9DE0E56462B1}" dt="2025-12-02T10:11:06.849" v="16" actId="20577"/>
          <ac:spMkLst>
            <pc:docMk/>
            <pc:sldMk cId="476137269" sldId="364"/>
            <ac:spMk id="5" creationId="{4D32DC8C-E623-4DD7-CFFF-2A4BB715D7A1}"/>
          </ac:spMkLst>
        </pc:spChg>
        <pc:graphicFrameChg chg="add mod modGraphic">
          <ac:chgData name="SANCHEZ GONZALEZ ITZEL" userId="S::itzel.sanchez@inegi.org.mx::dd39a47e-268d-480f-995f-4f41488c9d84" providerId="AD" clId="Web-{B6EE4C0B-2359-BDC4-E20A-9DE0E56462B1}" dt="2025-12-02T10:17:14.739" v="48"/>
          <ac:graphicFrameMkLst>
            <pc:docMk/>
            <pc:sldMk cId="476137269" sldId="364"/>
            <ac:graphicFrameMk id="7" creationId="{6DD5BEFD-C6DA-3681-C985-720E104AD0D2}"/>
          </ac:graphicFrameMkLst>
        </pc:graphicFrameChg>
        <pc:graphicFrameChg chg="add mod modGraphic">
          <ac:chgData name="SANCHEZ GONZALEZ ITZEL" userId="S::itzel.sanchez@inegi.org.mx::dd39a47e-268d-480f-995f-4f41488c9d84" providerId="AD" clId="Web-{B6EE4C0B-2359-BDC4-E20A-9DE0E56462B1}" dt="2025-12-02T10:16:29.896" v="41"/>
          <ac:graphicFrameMkLst>
            <pc:docMk/>
            <pc:sldMk cId="476137269" sldId="364"/>
            <ac:graphicFrameMk id="9" creationId="{47A13229-6991-33B6-9DB8-07233ADEE290}"/>
          </ac:graphicFrameMkLst>
        </pc:graphicFrameChg>
        <pc:graphicFrameChg chg="add mod modGraphic">
          <ac:chgData name="SANCHEZ GONZALEZ ITZEL" userId="S::itzel.sanchez@inegi.org.mx::dd39a47e-268d-480f-995f-4f41488c9d84" providerId="AD" clId="Web-{B6EE4C0B-2359-BDC4-E20A-9DE0E56462B1}" dt="2025-12-02T10:16:48.630" v="43"/>
          <ac:graphicFrameMkLst>
            <pc:docMk/>
            <pc:sldMk cId="476137269" sldId="364"/>
            <ac:graphicFrameMk id="11" creationId="{B8FF3670-9B29-70BC-CA79-1D3D9150C4FB}"/>
          </ac:graphicFrameMkLst>
        </pc:graphicFrameChg>
        <pc:picChg chg="mod">
          <ac:chgData name="SANCHEZ GONZALEZ ITZEL" userId="S::itzel.sanchez@inegi.org.mx::dd39a47e-268d-480f-995f-4f41488c9d84" providerId="AD" clId="Web-{B6EE4C0B-2359-BDC4-E20A-9DE0E56462B1}" dt="2025-12-02T10:18:06.601" v="50" actId="1076"/>
          <ac:picMkLst>
            <pc:docMk/>
            <pc:sldMk cId="476137269" sldId="364"/>
            <ac:picMk id="2" creationId="{EF54C29C-77F8-C7B7-E5E9-71C1572401FE}"/>
          </ac:picMkLst>
        </pc:picChg>
        <pc:picChg chg="del mod">
          <ac:chgData name="SANCHEZ GONZALEZ ITZEL" userId="S::itzel.sanchez@inegi.org.mx::dd39a47e-268d-480f-995f-4f41488c9d84" providerId="AD" clId="Web-{B6EE4C0B-2359-BDC4-E20A-9DE0E56462B1}" dt="2025-12-02T10:19:47.154" v="55"/>
          <ac:picMkLst>
            <pc:docMk/>
            <pc:sldMk cId="476137269" sldId="364"/>
            <ac:picMk id="3" creationId="{A706EE73-0402-F491-81DF-10CB1FB22102}"/>
          </ac:picMkLst>
        </pc:picChg>
        <pc:picChg chg="mod">
          <ac:chgData name="SANCHEZ GONZALEZ ITZEL" userId="S::itzel.sanchez@inegi.org.mx::dd39a47e-268d-480f-995f-4f41488c9d84" providerId="AD" clId="Web-{B6EE4C0B-2359-BDC4-E20A-9DE0E56462B1}" dt="2025-12-02T10:11:13.256" v="17" actId="1076"/>
          <ac:picMkLst>
            <pc:docMk/>
            <pc:sldMk cId="476137269" sldId="364"/>
            <ac:picMk id="4" creationId="{25863602-4569-72A6-D5B5-63B22345A055}"/>
          </ac:picMkLst>
        </pc:picChg>
      </pc:sldChg>
      <pc:sldChg chg="addSp modSp">
        <pc:chgData name="SANCHEZ GONZALEZ ITZEL" userId="S::itzel.sanchez@inegi.org.mx::dd39a47e-268d-480f-995f-4f41488c9d84" providerId="AD" clId="Web-{B6EE4C0B-2359-BDC4-E20A-9DE0E56462B1}" dt="2025-12-02T10:20:00.997" v="58" actId="1076"/>
        <pc:sldMkLst>
          <pc:docMk/>
          <pc:sldMk cId="836484775" sldId="366"/>
        </pc:sldMkLst>
        <pc:picChg chg="mod">
          <ac:chgData name="SANCHEZ GONZALEZ ITZEL" userId="S::itzel.sanchez@inegi.org.mx::dd39a47e-268d-480f-995f-4f41488c9d84" providerId="AD" clId="Web-{B6EE4C0B-2359-BDC4-E20A-9DE0E56462B1}" dt="2025-12-02T10:19:53.310" v="56" actId="1076"/>
          <ac:picMkLst>
            <pc:docMk/>
            <pc:sldMk cId="836484775" sldId="366"/>
            <ac:picMk id="3" creationId="{F4A4EF49-019A-6F9F-CDB2-7CA17A105766}"/>
          </ac:picMkLst>
        </pc:picChg>
        <pc:picChg chg="add mod">
          <ac:chgData name="SANCHEZ GONZALEZ ITZEL" userId="S::itzel.sanchez@inegi.org.mx::dd39a47e-268d-480f-995f-4f41488c9d84" providerId="AD" clId="Web-{B6EE4C0B-2359-BDC4-E20A-9DE0E56462B1}" dt="2025-12-02T10:20:00.997" v="58" actId="1076"/>
          <ac:picMkLst>
            <pc:docMk/>
            <pc:sldMk cId="836484775" sldId="366"/>
            <ac:picMk id="4" creationId="{5C64C3CB-19C9-6F8C-1963-103AE7CCB904}"/>
          </ac:picMkLst>
        </pc:picChg>
      </pc:sldChg>
    </pc:docChg>
  </pc:docChgLst>
  <pc:docChgLst>
    <pc:chgData clId="Web-{AAB2001E-EA0C-1BFB-F329-891E7ED32D41}"/>
    <pc:docChg chg="sldOrd">
      <pc:chgData name="" userId="" providerId="" clId="Web-{AAB2001E-EA0C-1BFB-F329-891E7ED32D41}" dt="2025-12-01T01:47:38.329" v="1"/>
      <pc:docMkLst>
        <pc:docMk/>
      </pc:docMkLst>
      <pc:sldChg chg="ord">
        <pc:chgData name="" userId="" providerId="" clId="Web-{AAB2001E-EA0C-1BFB-F329-891E7ED32D41}" dt="2025-12-01T01:47:38.329" v="1"/>
        <pc:sldMkLst>
          <pc:docMk/>
          <pc:sldMk cId="2475944787" sldId="262"/>
        </pc:sldMkLst>
      </pc:sldChg>
    </pc:docChg>
  </pc:docChgLst>
  <pc:docChgLst>
    <pc:chgData name="SANCHEZ GONZALEZ ITZEL" userId="S::itzel.sanchez@inegi.org.mx::dd39a47e-268d-480f-995f-4f41488c9d84" providerId="AD" clId="Web-{481441B3-099B-4B9D-A7A8-CFE23E11A1C5}"/>
    <pc:docChg chg="addSld modSld">
      <pc:chgData name="SANCHEZ GONZALEZ ITZEL" userId="S::itzel.sanchez@inegi.org.mx::dd39a47e-268d-480f-995f-4f41488c9d84" providerId="AD" clId="Web-{481441B3-099B-4B9D-A7A8-CFE23E11A1C5}" dt="2025-12-01T21:08:34.969" v="34" actId="1076"/>
      <pc:docMkLst>
        <pc:docMk/>
      </pc:docMkLst>
      <pc:sldChg chg="addSp modSp">
        <pc:chgData name="SANCHEZ GONZALEZ ITZEL" userId="S::itzel.sanchez@inegi.org.mx::dd39a47e-268d-480f-995f-4f41488c9d84" providerId="AD" clId="Web-{481441B3-099B-4B9D-A7A8-CFE23E11A1C5}" dt="2025-12-01T20:55:59.175" v="2" actId="1076"/>
        <pc:sldMkLst>
          <pc:docMk/>
          <pc:sldMk cId="476137269" sldId="364"/>
        </pc:sldMkLst>
        <pc:picChg chg="add mod">
          <ac:chgData name="SANCHEZ GONZALEZ ITZEL" userId="S::itzel.sanchez@inegi.org.mx::dd39a47e-268d-480f-995f-4f41488c9d84" providerId="AD" clId="Web-{481441B3-099B-4B9D-A7A8-CFE23E11A1C5}" dt="2025-12-01T20:55:59.175" v="2" actId="1076"/>
          <ac:picMkLst>
            <pc:docMk/>
            <pc:sldMk cId="476137269" sldId="364"/>
            <ac:picMk id="4" creationId="{25863602-4569-72A6-D5B5-63B22345A055}"/>
          </ac:picMkLst>
        </pc:picChg>
      </pc:sldChg>
      <pc:sldChg chg="addSp delSp modSp new">
        <pc:chgData name="SANCHEZ GONZALEZ ITZEL" userId="S::itzel.sanchez@inegi.org.mx::dd39a47e-268d-480f-995f-4f41488c9d84" providerId="AD" clId="Web-{481441B3-099B-4B9D-A7A8-CFE23E11A1C5}" dt="2025-12-01T21:08:34.969" v="34" actId="1076"/>
        <pc:sldMkLst>
          <pc:docMk/>
          <pc:sldMk cId="836484775" sldId="366"/>
        </pc:sldMkLst>
        <pc:spChg chg="add mod">
          <ac:chgData name="SANCHEZ GONZALEZ ITZEL" userId="S::itzel.sanchez@inegi.org.mx::dd39a47e-268d-480f-995f-4f41488c9d84" providerId="AD" clId="Web-{481441B3-099B-4B9D-A7A8-CFE23E11A1C5}" dt="2025-12-01T21:08:31.922" v="33" actId="1076"/>
          <ac:spMkLst>
            <pc:docMk/>
            <pc:sldMk cId="836484775" sldId="366"/>
            <ac:spMk id="8" creationId="{749BECE4-29B5-2D6F-5982-E7C33535C9E2}"/>
          </ac:spMkLst>
        </pc:spChg>
        <pc:graphicFrameChg chg="add del mod">
          <ac:chgData name="SANCHEZ GONZALEZ ITZEL" userId="S::itzel.sanchez@inegi.org.mx::dd39a47e-268d-480f-995f-4f41488c9d84" providerId="AD" clId="Web-{481441B3-099B-4B9D-A7A8-CFE23E11A1C5}" dt="2025-12-01T21:03:53.120" v="11"/>
          <ac:graphicFrameMkLst>
            <pc:docMk/>
            <pc:sldMk cId="836484775" sldId="366"/>
            <ac:graphicFrameMk id="5" creationId="{19E45591-5EF2-CBD7-2211-726B23A3CDDA}"/>
          </ac:graphicFrameMkLst>
        </pc:graphicFrameChg>
        <pc:graphicFrameChg chg="add del mod modGraphic">
          <ac:chgData name="SANCHEZ GONZALEZ ITZEL" userId="S::itzel.sanchez@inegi.org.mx::dd39a47e-268d-480f-995f-4f41488c9d84" providerId="AD" clId="Web-{481441B3-099B-4B9D-A7A8-CFE23E11A1C5}" dt="2025-12-01T21:05:57.639" v="15"/>
          <ac:graphicFrameMkLst>
            <pc:docMk/>
            <pc:sldMk cId="836484775" sldId="366"/>
            <ac:graphicFrameMk id="7" creationId="{E07AA417-A952-2C99-094B-DF808DD64E1E}"/>
          </ac:graphicFrameMkLst>
        </pc:graphicFrameChg>
        <pc:picChg chg="add mod">
          <ac:chgData name="SANCHEZ GONZALEZ ITZEL" userId="S::itzel.sanchez@inegi.org.mx::dd39a47e-268d-480f-995f-4f41488c9d84" providerId="AD" clId="Web-{481441B3-099B-4B9D-A7A8-CFE23E11A1C5}" dt="2025-12-01T20:57:59.491" v="6" actId="1076"/>
          <ac:picMkLst>
            <pc:docMk/>
            <pc:sldMk cId="836484775" sldId="366"/>
            <ac:picMk id="2" creationId="{51D1818C-C106-8336-9A7C-687599700A77}"/>
          </ac:picMkLst>
        </pc:picChg>
        <pc:picChg chg="add mod">
          <ac:chgData name="SANCHEZ GONZALEZ ITZEL" userId="S::itzel.sanchez@inegi.org.mx::dd39a47e-268d-480f-995f-4f41488c9d84" providerId="AD" clId="Web-{481441B3-099B-4B9D-A7A8-CFE23E11A1C5}" dt="2025-12-01T21:08:34.969" v="34" actId="1076"/>
          <ac:picMkLst>
            <pc:docMk/>
            <pc:sldMk cId="836484775" sldId="366"/>
            <ac:picMk id="3" creationId="{F4A4EF49-019A-6F9F-CDB2-7CA17A105766}"/>
          </ac:picMkLst>
        </pc:picChg>
        <pc:picChg chg="add mod">
          <ac:chgData name="SANCHEZ GONZALEZ ITZEL" userId="S::itzel.sanchez@inegi.org.mx::dd39a47e-268d-480f-995f-4f41488c9d84" providerId="AD" clId="Web-{481441B3-099B-4B9D-A7A8-CFE23E11A1C5}" dt="2025-12-01T21:08:28.547" v="32" actId="1076"/>
          <ac:picMkLst>
            <pc:docMk/>
            <pc:sldMk cId="836484775" sldId="366"/>
            <ac:picMk id="9" creationId="{E7BE4F06-830B-EC66-6F0F-C31B60BA69D2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F5A578C-91DD-4849-93A4-70C99398B1D5}" type="doc">
      <dgm:prSet loTypeId="urn:microsoft.com/office/officeart/2005/8/layout/process3" loCatId="process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DAFA23E9-477F-400F-AECE-6856B6FD9073}">
      <dgm:prSet phldrT="[Text]" phldr="0" custT="1"/>
      <dgm:spPr/>
      <dgm:t>
        <a:bodyPr/>
        <a:lstStyle/>
        <a:p>
          <a:pPr rtl="0"/>
          <a:r>
            <a:rPr lang="en-US" sz="1600">
              <a:latin typeface="Poppins" panose="020F0502020204030204"/>
            </a:rPr>
            <a:t>STAGE 1</a:t>
          </a:r>
          <a:endParaRPr lang="en-US" sz="1600"/>
        </a:p>
      </dgm:t>
    </dgm:pt>
    <dgm:pt modelId="{6519837A-FAF0-471D-9870-9CB16C70F334}" type="parTrans" cxnId="{44BDC87A-DA8C-402B-8ACA-3F4E8F99F838}">
      <dgm:prSet/>
      <dgm:spPr/>
      <dgm:t>
        <a:bodyPr/>
        <a:lstStyle/>
        <a:p>
          <a:endParaRPr lang="en-US"/>
        </a:p>
      </dgm:t>
    </dgm:pt>
    <dgm:pt modelId="{407D180B-A397-4682-AE1C-4AA69AF3D7B6}" type="sibTrans" cxnId="{44BDC87A-DA8C-402B-8ACA-3F4E8F99F838}">
      <dgm:prSet/>
      <dgm:spPr/>
      <dgm:t>
        <a:bodyPr/>
        <a:lstStyle/>
        <a:p>
          <a:endParaRPr lang="en-US"/>
        </a:p>
      </dgm:t>
    </dgm:pt>
    <dgm:pt modelId="{B6A5D7E6-22A0-404E-9041-754093B46BC8}">
      <dgm:prSet phldrT="[Text]" phldr="0" custT="1"/>
      <dgm:spPr/>
      <dgm:t>
        <a:bodyPr/>
        <a:lstStyle/>
        <a:p>
          <a:pPr rtl="0"/>
          <a:r>
            <a:rPr lang="en-US" sz="1000" b="1">
              <a:latin typeface="Poppins" panose="020F0502020204030204"/>
            </a:rPr>
            <a:t>Weeks 1-4</a:t>
          </a:r>
          <a:endParaRPr lang="en-US" sz="1000" b="1"/>
        </a:p>
      </dgm:t>
    </dgm:pt>
    <dgm:pt modelId="{65A75C7C-D263-43E6-AABD-B2102B03F727}" type="parTrans" cxnId="{232D543D-2960-4166-9A75-5118B9E0C62B}">
      <dgm:prSet/>
      <dgm:spPr/>
      <dgm:t>
        <a:bodyPr/>
        <a:lstStyle/>
        <a:p>
          <a:endParaRPr lang="en-US"/>
        </a:p>
      </dgm:t>
    </dgm:pt>
    <dgm:pt modelId="{1B65A444-A192-4B22-B267-9F4CEC4C20C6}" type="sibTrans" cxnId="{232D543D-2960-4166-9A75-5118B9E0C62B}">
      <dgm:prSet/>
      <dgm:spPr/>
      <dgm:t>
        <a:bodyPr/>
        <a:lstStyle/>
        <a:p>
          <a:endParaRPr lang="en-US"/>
        </a:p>
      </dgm:t>
    </dgm:pt>
    <dgm:pt modelId="{17F43487-1B5A-47D5-A720-298DABC25645}">
      <dgm:prSet phldrT="[Text]" phldr="0" custT="1"/>
      <dgm:spPr/>
      <dgm:t>
        <a:bodyPr/>
        <a:lstStyle/>
        <a:p>
          <a:pPr rtl="0"/>
          <a:r>
            <a:rPr lang="en-US" sz="1600">
              <a:latin typeface="Poppins" panose="020F0502020204030204"/>
            </a:rPr>
            <a:t>STAGE 2</a:t>
          </a:r>
          <a:endParaRPr lang="en-US" sz="1600"/>
        </a:p>
      </dgm:t>
    </dgm:pt>
    <dgm:pt modelId="{58368D62-3C5B-4C83-9955-B0D1BB68C9B1}" type="parTrans" cxnId="{D7DF54F6-388D-4979-BF2D-F81FAC84C076}">
      <dgm:prSet/>
      <dgm:spPr/>
      <dgm:t>
        <a:bodyPr/>
        <a:lstStyle/>
        <a:p>
          <a:endParaRPr lang="en-US"/>
        </a:p>
      </dgm:t>
    </dgm:pt>
    <dgm:pt modelId="{824E60CE-6618-47D0-B5C7-D8C81F2A95FD}" type="sibTrans" cxnId="{D7DF54F6-388D-4979-BF2D-F81FAC84C076}">
      <dgm:prSet/>
      <dgm:spPr/>
      <dgm:t>
        <a:bodyPr/>
        <a:lstStyle/>
        <a:p>
          <a:endParaRPr lang="en-US"/>
        </a:p>
      </dgm:t>
    </dgm:pt>
    <dgm:pt modelId="{A3021163-1848-4DD5-85EA-5C24CC994FA0}">
      <dgm:prSet phldrT="[Text]" phldr="0" custT="1"/>
      <dgm:spPr/>
      <dgm:t>
        <a:bodyPr/>
        <a:lstStyle/>
        <a:p>
          <a:pPr rtl="0"/>
          <a:r>
            <a:rPr lang="en-US" sz="1000" b="1">
              <a:latin typeface="Poppins" panose="020F0502020204030204"/>
            </a:rPr>
            <a:t>Weeks 5-8</a:t>
          </a:r>
          <a:endParaRPr lang="en-US" sz="1000" b="1"/>
        </a:p>
      </dgm:t>
    </dgm:pt>
    <dgm:pt modelId="{B750E6BB-AD42-4096-B8DA-419FC89B9B40}" type="parTrans" cxnId="{88740A3E-BBC0-44AA-8485-DBB8A524620A}">
      <dgm:prSet/>
      <dgm:spPr/>
      <dgm:t>
        <a:bodyPr/>
        <a:lstStyle/>
        <a:p>
          <a:endParaRPr lang="en-US"/>
        </a:p>
      </dgm:t>
    </dgm:pt>
    <dgm:pt modelId="{C42DDB9E-E85C-4CE3-AB5E-275DFE015A13}" type="sibTrans" cxnId="{88740A3E-BBC0-44AA-8485-DBB8A524620A}">
      <dgm:prSet/>
      <dgm:spPr/>
      <dgm:t>
        <a:bodyPr/>
        <a:lstStyle/>
        <a:p>
          <a:endParaRPr lang="en-US"/>
        </a:p>
      </dgm:t>
    </dgm:pt>
    <dgm:pt modelId="{935807F6-4E1F-47D6-83C7-899ED16C2F75}">
      <dgm:prSet phldrT="[Text]" phldr="0" custT="1"/>
      <dgm:spPr/>
      <dgm:t>
        <a:bodyPr/>
        <a:lstStyle/>
        <a:p>
          <a:pPr rtl="0"/>
          <a:r>
            <a:rPr lang="en-US" sz="1600">
              <a:latin typeface="Poppins" panose="020F0502020204030204"/>
            </a:rPr>
            <a:t>STAGE 3</a:t>
          </a:r>
          <a:endParaRPr lang="en-US" sz="1600"/>
        </a:p>
      </dgm:t>
    </dgm:pt>
    <dgm:pt modelId="{6BD0381D-B6FF-4BBF-AF1C-C40009AD8668}" type="parTrans" cxnId="{7B6A0845-1197-4593-B04C-A1FEF08C7E2F}">
      <dgm:prSet/>
      <dgm:spPr/>
      <dgm:t>
        <a:bodyPr/>
        <a:lstStyle/>
        <a:p>
          <a:endParaRPr lang="en-US"/>
        </a:p>
      </dgm:t>
    </dgm:pt>
    <dgm:pt modelId="{947CFE35-D73E-4BF9-87FA-2EFA6E8310ED}" type="sibTrans" cxnId="{7B6A0845-1197-4593-B04C-A1FEF08C7E2F}">
      <dgm:prSet/>
      <dgm:spPr/>
      <dgm:t>
        <a:bodyPr/>
        <a:lstStyle/>
        <a:p>
          <a:endParaRPr lang="en-US"/>
        </a:p>
      </dgm:t>
    </dgm:pt>
    <dgm:pt modelId="{5A5FDF84-38DD-467E-8CCB-5F217E16B950}">
      <dgm:prSet phldrT="[Text]" phldr="0" custT="1"/>
      <dgm:spPr/>
      <dgm:t>
        <a:bodyPr/>
        <a:lstStyle/>
        <a:p>
          <a:pPr rtl="0"/>
          <a:r>
            <a:rPr lang="en-US" sz="1000" b="1">
              <a:latin typeface="Poppins" panose="020F0502020204030204"/>
            </a:rPr>
            <a:t>Weeks 9-12</a:t>
          </a:r>
          <a:endParaRPr lang="en-US" sz="1000" b="1"/>
        </a:p>
      </dgm:t>
    </dgm:pt>
    <dgm:pt modelId="{BFCE1BFB-05C1-4A11-BA94-5952894B5581}" type="parTrans" cxnId="{3FED21F7-ED49-4423-8A44-C329FAACE6F9}">
      <dgm:prSet/>
      <dgm:spPr/>
      <dgm:t>
        <a:bodyPr/>
        <a:lstStyle/>
        <a:p>
          <a:endParaRPr lang="en-US"/>
        </a:p>
      </dgm:t>
    </dgm:pt>
    <dgm:pt modelId="{4D1E1885-AC5A-4730-83E3-8DBFB1546260}" type="sibTrans" cxnId="{3FED21F7-ED49-4423-8A44-C329FAACE6F9}">
      <dgm:prSet/>
      <dgm:spPr/>
      <dgm:t>
        <a:bodyPr/>
        <a:lstStyle/>
        <a:p>
          <a:endParaRPr lang="en-US"/>
        </a:p>
      </dgm:t>
    </dgm:pt>
    <dgm:pt modelId="{2C8F2814-F1D5-418B-B259-F74E5F0E157A}">
      <dgm:prSet phldr="0" custT="1"/>
      <dgm:spPr/>
      <dgm:t>
        <a:bodyPr/>
        <a:lstStyle/>
        <a:p>
          <a:pPr rtl="0"/>
          <a:r>
            <a:rPr lang="en-US" sz="1600">
              <a:latin typeface="Poppins" panose="020F0502020204030204"/>
            </a:rPr>
            <a:t>STAGE 4</a:t>
          </a:r>
        </a:p>
      </dgm:t>
    </dgm:pt>
    <dgm:pt modelId="{1A5965F0-0F66-49A4-BF90-5824C51D549B}" type="parTrans" cxnId="{D6F6C30F-5EE5-46C1-BE1A-277AC357665A}">
      <dgm:prSet/>
      <dgm:spPr/>
    </dgm:pt>
    <dgm:pt modelId="{815EDC42-D144-407F-9C1F-BE647D10A72C}" type="sibTrans" cxnId="{D6F6C30F-5EE5-46C1-BE1A-277AC357665A}">
      <dgm:prSet/>
      <dgm:spPr/>
      <dgm:t>
        <a:bodyPr/>
        <a:lstStyle/>
        <a:p>
          <a:endParaRPr lang="en-US"/>
        </a:p>
      </dgm:t>
    </dgm:pt>
    <dgm:pt modelId="{710A385F-4433-4B12-B6ED-57013D74228C}">
      <dgm:prSet phldr="0" custT="1"/>
      <dgm:spPr/>
      <dgm:t>
        <a:bodyPr/>
        <a:lstStyle/>
        <a:p>
          <a:pPr rtl="0"/>
          <a:r>
            <a:rPr lang="en-US" sz="1000" b="1">
              <a:latin typeface="Poppins" panose="020F0502020204030204"/>
            </a:rPr>
            <a:t>Weeks 13-16</a:t>
          </a:r>
        </a:p>
      </dgm:t>
    </dgm:pt>
    <dgm:pt modelId="{2879E3F5-6D87-430D-AEE5-4A150AD46C27}" type="parTrans" cxnId="{A11E256A-D0AF-4EB8-9197-148481785203}">
      <dgm:prSet/>
      <dgm:spPr/>
    </dgm:pt>
    <dgm:pt modelId="{8511EDA4-FFD5-40E2-B951-A17F571D5A6B}" type="sibTrans" cxnId="{A11E256A-D0AF-4EB8-9197-148481785203}">
      <dgm:prSet/>
      <dgm:spPr/>
    </dgm:pt>
    <dgm:pt modelId="{7B461156-7B3A-48A2-9D6F-5A69DAEAC716}">
      <dgm:prSet phldr="0" custT="1"/>
      <dgm:spPr/>
      <dgm:t>
        <a:bodyPr/>
        <a:lstStyle/>
        <a:p>
          <a:pPr rtl="0"/>
          <a:r>
            <a:rPr lang="en-US" sz="1100">
              <a:latin typeface="Poppins" panose="020F0502020204030204"/>
            </a:rPr>
            <a:t>Data preparation + Inflation replication</a:t>
          </a:r>
        </a:p>
      </dgm:t>
    </dgm:pt>
    <dgm:pt modelId="{0790232D-59E3-4613-AD8A-7B521E63810D}" type="parTrans" cxnId="{3A164159-97CC-46E6-80E3-EFCE6115661C}">
      <dgm:prSet/>
      <dgm:spPr/>
    </dgm:pt>
    <dgm:pt modelId="{56A21D5D-C4C2-4BAE-92B8-F3493D053DE1}" type="sibTrans" cxnId="{3A164159-97CC-46E6-80E3-EFCE6115661C}">
      <dgm:prSet/>
      <dgm:spPr/>
    </dgm:pt>
    <dgm:pt modelId="{E62E4A0B-868F-4F2C-AD7C-9C1F3036D603}">
      <dgm:prSet phldr="0" custT="1"/>
      <dgm:spPr/>
      <dgm:t>
        <a:bodyPr/>
        <a:lstStyle/>
        <a:p>
          <a:pPr rtl="0"/>
          <a:r>
            <a:rPr lang="en-US" sz="1000">
              <a:latin typeface="Poppins" panose="020F0502020204030204"/>
            </a:rPr>
            <a:t>Identify high female-consumption products +Weighting model</a:t>
          </a:r>
        </a:p>
      </dgm:t>
    </dgm:pt>
    <dgm:pt modelId="{C13ED085-8632-4113-A667-A70CE3248D33}" type="parTrans" cxnId="{3364D6CD-9BB5-423C-9500-E8390F3F653A}">
      <dgm:prSet/>
      <dgm:spPr/>
    </dgm:pt>
    <dgm:pt modelId="{7E718F2F-FCAA-423B-86D7-BBB3C5FBB223}" type="sibTrans" cxnId="{3364D6CD-9BB5-423C-9500-E8390F3F653A}">
      <dgm:prSet/>
      <dgm:spPr/>
    </dgm:pt>
    <dgm:pt modelId="{6650BF71-D95C-49DF-BEFF-C41FCDF051A4}">
      <dgm:prSet phldr="0"/>
      <dgm:spPr/>
      <dgm:t>
        <a:bodyPr/>
        <a:lstStyle/>
        <a:p>
          <a:pPr rtl="0"/>
          <a:r>
            <a:rPr lang="en-US" sz="1100">
              <a:latin typeface="Poppins" panose="020F0502020204030204"/>
            </a:rPr>
            <a:t>Price index construction + Forecastig</a:t>
          </a:r>
        </a:p>
      </dgm:t>
    </dgm:pt>
    <dgm:pt modelId="{B448C8F0-2F5F-467D-8082-EE8C906C0BFD}" type="parTrans" cxnId="{E05D280C-B140-4984-A200-2DB075BF51DB}">
      <dgm:prSet/>
      <dgm:spPr/>
    </dgm:pt>
    <dgm:pt modelId="{958833EF-073F-4BD1-B2C5-29D6330E43CE}" type="sibTrans" cxnId="{E05D280C-B140-4984-A200-2DB075BF51DB}">
      <dgm:prSet/>
      <dgm:spPr/>
    </dgm:pt>
    <dgm:pt modelId="{557FC91A-0EF2-4971-97FC-408C42CB762E}">
      <dgm:prSet phldr="0"/>
      <dgm:spPr/>
      <dgm:t>
        <a:bodyPr/>
        <a:lstStyle/>
        <a:p>
          <a:pPr rtl="0"/>
          <a:r>
            <a:rPr lang="en-US" sz="1100">
              <a:latin typeface="Poppins" panose="020F0502020204030204"/>
            </a:rPr>
            <a:t>Interpretation + Reporting</a:t>
          </a:r>
        </a:p>
      </dgm:t>
    </dgm:pt>
    <dgm:pt modelId="{26E1DDD2-6401-4B41-8239-A02E5CE11E34}" type="parTrans" cxnId="{68951EE1-EF6A-4CD3-A1D6-D4F43FA75932}">
      <dgm:prSet/>
      <dgm:spPr/>
    </dgm:pt>
    <dgm:pt modelId="{0E309842-DDDE-481B-9FDE-B1A5C14FDE0F}" type="sibTrans" cxnId="{68951EE1-EF6A-4CD3-A1D6-D4F43FA75932}">
      <dgm:prSet/>
      <dgm:spPr/>
    </dgm:pt>
    <dgm:pt modelId="{DD80E3EC-5A41-45F1-A3FE-DAD5EF791833}">
      <dgm:prSet phldr="0"/>
      <dgm:spPr/>
      <dgm:t>
        <a:bodyPr/>
        <a:lstStyle/>
        <a:p>
          <a:pPr rtl="0"/>
          <a:endParaRPr lang="en-US" sz="1200">
            <a:latin typeface="Poppins" panose="020F0502020204030204"/>
          </a:endParaRPr>
        </a:p>
      </dgm:t>
    </dgm:pt>
    <dgm:pt modelId="{D9775E11-BA93-46AE-8788-0CBF57A94135}" type="parTrans" cxnId="{2AC51E20-5CE2-468E-9170-2194E9AD380C}">
      <dgm:prSet/>
      <dgm:spPr/>
    </dgm:pt>
    <dgm:pt modelId="{C6CABE96-0594-4DA8-B60B-35DF6D710717}" type="sibTrans" cxnId="{2AC51E20-5CE2-468E-9170-2194E9AD380C}">
      <dgm:prSet/>
      <dgm:spPr/>
    </dgm:pt>
    <dgm:pt modelId="{2ED6E8B7-1C78-472F-A960-C367530B25F9}" type="pres">
      <dgm:prSet presAssocID="{6F5A578C-91DD-4849-93A4-70C99398B1D5}" presName="linearFlow" presStyleCnt="0">
        <dgm:presLayoutVars>
          <dgm:dir/>
          <dgm:animLvl val="lvl"/>
          <dgm:resizeHandles val="exact"/>
        </dgm:presLayoutVars>
      </dgm:prSet>
      <dgm:spPr/>
    </dgm:pt>
    <dgm:pt modelId="{BEB21B37-2CF3-4CF2-92B3-CBC2FE85986E}" type="pres">
      <dgm:prSet presAssocID="{DAFA23E9-477F-400F-AECE-6856B6FD9073}" presName="composite" presStyleCnt="0"/>
      <dgm:spPr/>
    </dgm:pt>
    <dgm:pt modelId="{2E1EB42D-F248-4F1E-BC25-85858F583041}" type="pres">
      <dgm:prSet presAssocID="{DAFA23E9-477F-400F-AECE-6856B6FD9073}" presName="parTx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CFF8A297-35FE-4D4A-8E9C-215E88F01CDB}" type="pres">
      <dgm:prSet presAssocID="{DAFA23E9-477F-400F-AECE-6856B6FD9073}" presName="parSh" presStyleLbl="node1" presStyleIdx="0" presStyleCnt="4"/>
      <dgm:spPr/>
    </dgm:pt>
    <dgm:pt modelId="{A6FD871F-42DC-41FB-8664-F0C6D2DE4DB5}" type="pres">
      <dgm:prSet presAssocID="{DAFA23E9-477F-400F-AECE-6856B6FD9073}" presName="desTx" presStyleLbl="fgAcc1" presStyleIdx="0" presStyleCnt="4">
        <dgm:presLayoutVars>
          <dgm:bulletEnabled val="1"/>
        </dgm:presLayoutVars>
      </dgm:prSet>
      <dgm:spPr/>
    </dgm:pt>
    <dgm:pt modelId="{091274DD-3E9A-471E-A1D2-85F73F3E8862}" type="pres">
      <dgm:prSet presAssocID="{407D180B-A397-4682-AE1C-4AA69AF3D7B6}" presName="sibTrans" presStyleLbl="sibTrans2D1" presStyleIdx="0" presStyleCnt="3"/>
      <dgm:spPr/>
    </dgm:pt>
    <dgm:pt modelId="{0ED9DF62-6084-4CFA-A024-477481D81A8A}" type="pres">
      <dgm:prSet presAssocID="{407D180B-A397-4682-AE1C-4AA69AF3D7B6}" presName="connTx" presStyleLbl="sibTrans2D1" presStyleIdx="0" presStyleCnt="3"/>
      <dgm:spPr/>
    </dgm:pt>
    <dgm:pt modelId="{104A81FA-324D-4599-BF33-8BAACD3ACF5C}" type="pres">
      <dgm:prSet presAssocID="{17F43487-1B5A-47D5-A720-298DABC25645}" presName="composite" presStyleCnt="0"/>
      <dgm:spPr/>
    </dgm:pt>
    <dgm:pt modelId="{B4B8D610-900C-4657-AE53-5FC2018C27D3}" type="pres">
      <dgm:prSet presAssocID="{17F43487-1B5A-47D5-A720-298DABC25645}" presName="parTx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CEBE8A1D-3800-4CF1-8D74-CF94095436BE}" type="pres">
      <dgm:prSet presAssocID="{17F43487-1B5A-47D5-A720-298DABC25645}" presName="parSh" presStyleLbl="node1" presStyleIdx="1" presStyleCnt="4"/>
      <dgm:spPr/>
    </dgm:pt>
    <dgm:pt modelId="{4CBD871F-D0DE-4A20-B0D0-A86917694095}" type="pres">
      <dgm:prSet presAssocID="{17F43487-1B5A-47D5-A720-298DABC25645}" presName="desTx" presStyleLbl="fgAcc1" presStyleIdx="1" presStyleCnt="4">
        <dgm:presLayoutVars>
          <dgm:bulletEnabled val="1"/>
        </dgm:presLayoutVars>
      </dgm:prSet>
      <dgm:spPr/>
    </dgm:pt>
    <dgm:pt modelId="{7F85F6A4-4D86-4C4E-ADAC-0F8ED54852CA}" type="pres">
      <dgm:prSet presAssocID="{824E60CE-6618-47D0-B5C7-D8C81F2A95FD}" presName="sibTrans" presStyleLbl="sibTrans2D1" presStyleIdx="1" presStyleCnt="3"/>
      <dgm:spPr/>
    </dgm:pt>
    <dgm:pt modelId="{19F99C98-FB4C-473B-AC6F-B1A36BF0ED2A}" type="pres">
      <dgm:prSet presAssocID="{824E60CE-6618-47D0-B5C7-D8C81F2A95FD}" presName="connTx" presStyleLbl="sibTrans2D1" presStyleIdx="1" presStyleCnt="3"/>
      <dgm:spPr/>
    </dgm:pt>
    <dgm:pt modelId="{35ABE0C4-1972-493B-B0F1-517AA8F142F2}" type="pres">
      <dgm:prSet presAssocID="{935807F6-4E1F-47D6-83C7-899ED16C2F75}" presName="composite" presStyleCnt="0"/>
      <dgm:spPr/>
    </dgm:pt>
    <dgm:pt modelId="{4F77FC89-FA6B-4A40-985F-270FC48B3552}" type="pres">
      <dgm:prSet presAssocID="{935807F6-4E1F-47D6-83C7-899ED16C2F75}" presName="parTx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01D411AB-D7F3-4397-8992-33BE26731489}" type="pres">
      <dgm:prSet presAssocID="{935807F6-4E1F-47D6-83C7-899ED16C2F75}" presName="parSh" presStyleLbl="node1" presStyleIdx="2" presStyleCnt="4"/>
      <dgm:spPr/>
    </dgm:pt>
    <dgm:pt modelId="{C05B7109-05EA-4FD3-9ED4-2BB92A003658}" type="pres">
      <dgm:prSet presAssocID="{935807F6-4E1F-47D6-83C7-899ED16C2F75}" presName="desTx" presStyleLbl="fgAcc1" presStyleIdx="2" presStyleCnt="4">
        <dgm:presLayoutVars>
          <dgm:bulletEnabled val="1"/>
        </dgm:presLayoutVars>
      </dgm:prSet>
      <dgm:spPr/>
    </dgm:pt>
    <dgm:pt modelId="{D0FED93F-F863-46DC-A179-C9EA39D6DC14}" type="pres">
      <dgm:prSet presAssocID="{947CFE35-D73E-4BF9-87FA-2EFA6E8310ED}" presName="sibTrans" presStyleLbl="sibTrans2D1" presStyleIdx="2" presStyleCnt="3"/>
      <dgm:spPr/>
    </dgm:pt>
    <dgm:pt modelId="{24BB480A-BD12-43A8-9E65-B8835FADB6A0}" type="pres">
      <dgm:prSet presAssocID="{947CFE35-D73E-4BF9-87FA-2EFA6E8310ED}" presName="connTx" presStyleLbl="sibTrans2D1" presStyleIdx="2" presStyleCnt="3"/>
      <dgm:spPr/>
    </dgm:pt>
    <dgm:pt modelId="{159C3E1A-EB39-4631-A9A8-329C2A829AE8}" type="pres">
      <dgm:prSet presAssocID="{2C8F2814-F1D5-418B-B259-F74E5F0E157A}" presName="composite" presStyleCnt="0"/>
      <dgm:spPr/>
    </dgm:pt>
    <dgm:pt modelId="{781D0309-EB76-402E-B17C-C59E80A935B6}" type="pres">
      <dgm:prSet presAssocID="{2C8F2814-F1D5-418B-B259-F74E5F0E157A}" presName="parTx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94E1CA0B-FB74-4FAB-8044-ED0AFABE3A38}" type="pres">
      <dgm:prSet presAssocID="{2C8F2814-F1D5-418B-B259-F74E5F0E157A}" presName="parSh" presStyleLbl="node1" presStyleIdx="3" presStyleCnt="4"/>
      <dgm:spPr/>
    </dgm:pt>
    <dgm:pt modelId="{53567D97-D186-4FD5-BDB3-0AE59DC6913B}" type="pres">
      <dgm:prSet presAssocID="{2C8F2814-F1D5-418B-B259-F74E5F0E157A}" presName="desTx" presStyleLbl="fgAcc1" presStyleIdx="3" presStyleCnt="4">
        <dgm:presLayoutVars>
          <dgm:bulletEnabled val="1"/>
        </dgm:presLayoutVars>
      </dgm:prSet>
      <dgm:spPr/>
    </dgm:pt>
  </dgm:ptLst>
  <dgm:cxnLst>
    <dgm:cxn modelId="{E05D280C-B140-4984-A200-2DB075BF51DB}" srcId="{5A5FDF84-38DD-467E-8CCB-5F217E16B950}" destId="{6650BF71-D95C-49DF-BEFF-C41FCDF051A4}" srcOrd="0" destOrd="0" parTransId="{B448C8F0-2F5F-467D-8082-EE8C906C0BFD}" sibTransId="{958833EF-073F-4BD1-B2C5-29D6330E43CE}"/>
    <dgm:cxn modelId="{D6F6C30F-5EE5-46C1-BE1A-277AC357665A}" srcId="{6F5A578C-91DD-4849-93A4-70C99398B1D5}" destId="{2C8F2814-F1D5-418B-B259-F74E5F0E157A}" srcOrd="3" destOrd="0" parTransId="{1A5965F0-0F66-49A4-BF90-5824C51D549B}" sibTransId="{815EDC42-D144-407F-9C1F-BE647D10A72C}"/>
    <dgm:cxn modelId="{6A8ABE10-1019-40E8-AC12-DA74CF955697}" type="presOf" srcId="{407D180B-A397-4682-AE1C-4AA69AF3D7B6}" destId="{091274DD-3E9A-471E-A1D2-85F73F3E8862}" srcOrd="0" destOrd="0" presId="urn:microsoft.com/office/officeart/2005/8/layout/process3"/>
    <dgm:cxn modelId="{9B82111E-272E-41F5-9312-1D78E711E4AE}" type="presOf" srcId="{B6A5D7E6-22A0-404E-9041-754093B46BC8}" destId="{A6FD871F-42DC-41FB-8664-F0C6D2DE4DB5}" srcOrd="0" destOrd="0" presId="urn:microsoft.com/office/officeart/2005/8/layout/process3"/>
    <dgm:cxn modelId="{2AC51E20-5CE2-468E-9170-2194E9AD380C}" srcId="{557FC91A-0EF2-4971-97FC-408C42CB762E}" destId="{DD80E3EC-5A41-45F1-A3FE-DAD5EF791833}" srcOrd="0" destOrd="0" parTransId="{D9775E11-BA93-46AE-8788-0CBF57A94135}" sibTransId="{C6CABE96-0594-4DA8-B60B-35DF6D710717}"/>
    <dgm:cxn modelId="{93F1F122-3E74-4F77-A21D-18DD1818D57C}" type="presOf" srcId="{5A5FDF84-38DD-467E-8CCB-5F217E16B950}" destId="{C05B7109-05EA-4FD3-9ED4-2BB92A003658}" srcOrd="0" destOrd="0" presId="urn:microsoft.com/office/officeart/2005/8/layout/process3"/>
    <dgm:cxn modelId="{5128BE23-4334-40CD-9668-0976E1B715D1}" type="presOf" srcId="{6F5A578C-91DD-4849-93A4-70C99398B1D5}" destId="{2ED6E8B7-1C78-472F-A960-C367530B25F9}" srcOrd="0" destOrd="0" presId="urn:microsoft.com/office/officeart/2005/8/layout/process3"/>
    <dgm:cxn modelId="{A4CB6D27-FC2C-40D5-B6B7-86D9545C3E9F}" type="presOf" srcId="{7B461156-7B3A-48A2-9D6F-5A69DAEAC716}" destId="{A6FD871F-42DC-41FB-8664-F0C6D2DE4DB5}" srcOrd="0" destOrd="1" presId="urn:microsoft.com/office/officeart/2005/8/layout/process3"/>
    <dgm:cxn modelId="{DA0E3D32-E844-460C-A826-FC5F75902CEA}" type="presOf" srcId="{935807F6-4E1F-47D6-83C7-899ED16C2F75}" destId="{4F77FC89-FA6B-4A40-985F-270FC48B3552}" srcOrd="0" destOrd="0" presId="urn:microsoft.com/office/officeart/2005/8/layout/process3"/>
    <dgm:cxn modelId="{232D543D-2960-4166-9A75-5118B9E0C62B}" srcId="{DAFA23E9-477F-400F-AECE-6856B6FD9073}" destId="{B6A5D7E6-22A0-404E-9041-754093B46BC8}" srcOrd="0" destOrd="0" parTransId="{65A75C7C-D263-43E6-AABD-B2102B03F727}" sibTransId="{1B65A444-A192-4B22-B267-9F4CEC4C20C6}"/>
    <dgm:cxn modelId="{88740A3E-BBC0-44AA-8485-DBB8A524620A}" srcId="{17F43487-1B5A-47D5-A720-298DABC25645}" destId="{A3021163-1848-4DD5-85EA-5C24CC994FA0}" srcOrd="0" destOrd="0" parTransId="{B750E6BB-AD42-4096-B8DA-419FC89B9B40}" sibTransId="{C42DDB9E-E85C-4CE3-AB5E-275DFE015A13}"/>
    <dgm:cxn modelId="{792CE15D-47BB-4CCF-8599-2FD0569B2222}" type="presOf" srcId="{E62E4A0B-868F-4F2C-AD7C-9C1F3036D603}" destId="{4CBD871F-D0DE-4A20-B0D0-A86917694095}" srcOrd="0" destOrd="1" presId="urn:microsoft.com/office/officeart/2005/8/layout/process3"/>
    <dgm:cxn modelId="{4024EF63-5E8F-420D-AA49-9D5753BB4C55}" type="presOf" srcId="{557FC91A-0EF2-4971-97FC-408C42CB762E}" destId="{53567D97-D186-4FD5-BDB3-0AE59DC6913B}" srcOrd="0" destOrd="1" presId="urn:microsoft.com/office/officeart/2005/8/layout/process3"/>
    <dgm:cxn modelId="{7B6A0845-1197-4593-B04C-A1FEF08C7E2F}" srcId="{6F5A578C-91DD-4849-93A4-70C99398B1D5}" destId="{935807F6-4E1F-47D6-83C7-899ED16C2F75}" srcOrd="2" destOrd="0" parTransId="{6BD0381D-B6FF-4BBF-AF1C-C40009AD8668}" sibTransId="{947CFE35-D73E-4BF9-87FA-2EFA6E8310ED}"/>
    <dgm:cxn modelId="{A11E256A-D0AF-4EB8-9197-148481785203}" srcId="{2C8F2814-F1D5-418B-B259-F74E5F0E157A}" destId="{710A385F-4433-4B12-B6ED-57013D74228C}" srcOrd="0" destOrd="0" parTransId="{2879E3F5-6D87-430D-AEE5-4A150AD46C27}" sibTransId="{8511EDA4-FFD5-40E2-B951-A17F571D5A6B}"/>
    <dgm:cxn modelId="{3A164159-97CC-46E6-80E3-EFCE6115661C}" srcId="{B6A5D7E6-22A0-404E-9041-754093B46BC8}" destId="{7B461156-7B3A-48A2-9D6F-5A69DAEAC716}" srcOrd="0" destOrd="0" parTransId="{0790232D-59E3-4613-AD8A-7B521E63810D}" sibTransId="{56A21D5D-C4C2-4BAE-92B8-F3493D053DE1}"/>
    <dgm:cxn modelId="{44BDC87A-DA8C-402B-8ACA-3F4E8F99F838}" srcId="{6F5A578C-91DD-4849-93A4-70C99398B1D5}" destId="{DAFA23E9-477F-400F-AECE-6856B6FD9073}" srcOrd="0" destOrd="0" parTransId="{6519837A-FAF0-471D-9870-9CB16C70F334}" sibTransId="{407D180B-A397-4682-AE1C-4AA69AF3D7B6}"/>
    <dgm:cxn modelId="{EA14EC85-2F16-4380-87BC-20725ADCBCCA}" type="presOf" srcId="{935807F6-4E1F-47D6-83C7-899ED16C2F75}" destId="{01D411AB-D7F3-4397-8992-33BE26731489}" srcOrd="1" destOrd="0" presId="urn:microsoft.com/office/officeart/2005/8/layout/process3"/>
    <dgm:cxn modelId="{44E94486-A712-426B-88DF-EC8EAB0EDB96}" type="presOf" srcId="{947CFE35-D73E-4BF9-87FA-2EFA6E8310ED}" destId="{D0FED93F-F863-46DC-A179-C9EA39D6DC14}" srcOrd="0" destOrd="0" presId="urn:microsoft.com/office/officeart/2005/8/layout/process3"/>
    <dgm:cxn modelId="{5D5C3889-6957-40B3-AF1C-D269069724B4}" type="presOf" srcId="{2C8F2814-F1D5-418B-B259-F74E5F0E157A}" destId="{94E1CA0B-FB74-4FAB-8044-ED0AFABE3A38}" srcOrd="1" destOrd="0" presId="urn:microsoft.com/office/officeart/2005/8/layout/process3"/>
    <dgm:cxn modelId="{C51AA795-66C1-43DD-A44D-0524672AC34C}" type="presOf" srcId="{2C8F2814-F1D5-418B-B259-F74E5F0E157A}" destId="{781D0309-EB76-402E-B17C-C59E80A935B6}" srcOrd="0" destOrd="0" presId="urn:microsoft.com/office/officeart/2005/8/layout/process3"/>
    <dgm:cxn modelId="{DA09A4A2-566D-4760-8F47-BD186E348A07}" type="presOf" srcId="{947CFE35-D73E-4BF9-87FA-2EFA6E8310ED}" destId="{24BB480A-BD12-43A8-9E65-B8835FADB6A0}" srcOrd="1" destOrd="0" presId="urn:microsoft.com/office/officeart/2005/8/layout/process3"/>
    <dgm:cxn modelId="{FC5CD3A3-E45C-4BE4-9ECB-2CE46A7595CE}" type="presOf" srcId="{17F43487-1B5A-47D5-A720-298DABC25645}" destId="{B4B8D610-900C-4657-AE53-5FC2018C27D3}" srcOrd="0" destOrd="0" presId="urn:microsoft.com/office/officeart/2005/8/layout/process3"/>
    <dgm:cxn modelId="{279D80B2-DF90-4EB6-AA58-55CEC930DF8D}" type="presOf" srcId="{A3021163-1848-4DD5-85EA-5C24CC994FA0}" destId="{4CBD871F-D0DE-4A20-B0D0-A86917694095}" srcOrd="0" destOrd="0" presId="urn:microsoft.com/office/officeart/2005/8/layout/process3"/>
    <dgm:cxn modelId="{BAC706B6-4368-40BC-BD6E-F58FCAC5DFE6}" type="presOf" srcId="{824E60CE-6618-47D0-B5C7-D8C81F2A95FD}" destId="{19F99C98-FB4C-473B-AC6F-B1A36BF0ED2A}" srcOrd="1" destOrd="0" presId="urn:microsoft.com/office/officeart/2005/8/layout/process3"/>
    <dgm:cxn modelId="{1957F5B8-F8BB-49F2-81AE-C5D06CCC87BD}" type="presOf" srcId="{824E60CE-6618-47D0-B5C7-D8C81F2A95FD}" destId="{7F85F6A4-4D86-4C4E-ADAC-0F8ED54852CA}" srcOrd="0" destOrd="0" presId="urn:microsoft.com/office/officeart/2005/8/layout/process3"/>
    <dgm:cxn modelId="{17FD69BE-A0A7-4116-86F3-2E370D2DD075}" type="presOf" srcId="{DAFA23E9-477F-400F-AECE-6856B6FD9073}" destId="{2E1EB42D-F248-4F1E-BC25-85858F583041}" srcOrd="0" destOrd="0" presId="urn:microsoft.com/office/officeart/2005/8/layout/process3"/>
    <dgm:cxn modelId="{B0411BBF-71CE-4C76-88A7-D61E81913647}" type="presOf" srcId="{6650BF71-D95C-49DF-BEFF-C41FCDF051A4}" destId="{C05B7109-05EA-4FD3-9ED4-2BB92A003658}" srcOrd="0" destOrd="1" presId="urn:microsoft.com/office/officeart/2005/8/layout/process3"/>
    <dgm:cxn modelId="{DA1D7EBF-0886-4C26-A2AF-B95E39825DBE}" type="presOf" srcId="{DAFA23E9-477F-400F-AECE-6856B6FD9073}" destId="{CFF8A297-35FE-4D4A-8E9C-215E88F01CDB}" srcOrd="1" destOrd="0" presId="urn:microsoft.com/office/officeart/2005/8/layout/process3"/>
    <dgm:cxn modelId="{3364D6CD-9BB5-423C-9500-E8390F3F653A}" srcId="{A3021163-1848-4DD5-85EA-5C24CC994FA0}" destId="{E62E4A0B-868F-4F2C-AD7C-9C1F3036D603}" srcOrd="0" destOrd="0" parTransId="{C13ED085-8632-4113-A667-A70CE3248D33}" sibTransId="{7E718F2F-FCAA-423B-86D7-BBB3C5FBB223}"/>
    <dgm:cxn modelId="{13FBDBD1-2EA8-4D02-B4EA-CDAD3AECF3E8}" type="presOf" srcId="{17F43487-1B5A-47D5-A720-298DABC25645}" destId="{CEBE8A1D-3800-4CF1-8D74-CF94095436BE}" srcOrd="1" destOrd="0" presId="urn:microsoft.com/office/officeart/2005/8/layout/process3"/>
    <dgm:cxn modelId="{FE9271DA-AF44-46B3-B28D-1C1EFDBA1626}" type="presOf" srcId="{710A385F-4433-4B12-B6ED-57013D74228C}" destId="{53567D97-D186-4FD5-BDB3-0AE59DC6913B}" srcOrd="0" destOrd="0" presId="urn:microsoft.com/office/officeart/2005/8/layout/process3"/>
    <dgm:cxn modelId="{6100F6DB-1AB2-46B9-B4CB-51F51CBF867F}" type="presOf" srcId="{407D180B-A397-4682-AE1C-4AA69AF3D7B6}" destId="{0ED9DF62-6084-4CFA-A024-477481D81A8A}" srcOrd="1" destOrd="0" presId="urn:microsoft.com/office/officeart/2005/8/layout/process3"/>
    <dgm:cxn modelId="{68951EE1-EF6A-4CD3-A1D6-D4F43FA75932}" srcId="{2C8F2814-F1D5-418B-B259-F74E5F0E157A}" destId="{557FC91A-0EF2-4971-97FC-408C42CB762E}" srcOrd="1" destOrd="0" parTransId="{26E1DDD2-6401-4B41-8239-A02E5CE11E34}" sibTransId="{0E309842-DDDE-481B-9FDE-B1A5C14FDE0F}"/>
    <dgm:cxn modelId="{2B72B0E3-ACA4-4EDA-A90E-94117642963A}" type="presOf" srcId="{DD80E3EC-5A41-45F1-A3FE-DAD5EF791833}" destId="{53567D97-D186-4FD5-BDB3-0AE59DC6913B}" srcOrd="0" destOrd="2" presId="urn:microsoft.com/office/officeart/2005/8/layout/process3"/>
    <dgm:cxn modelId="{D7DF54F6-388D-4979-BF2D-F81FAC84C076}" srcId="{6F5A578C-91DD-4849-93A4-70C99398B1D5}" destId="{17F43487-1B5A-47D5-A720-298DABC25645}" srcOrd="1" destOrd="0" parTransId="{58368D62-3C5B-4C83-9955-B0D1BB68C9B1}" sibTransId="{824E60CE-6618-47D0-B5C7-D8C81F2A95FD}"/>
    <dgm:cxn modelId="{3FED21F7-ED49-4423-8A44-C329FAACE6F9}" srcId="{935807F6-4E1F-47D6-83C7-899ED16C2F75}" destId="{5A5FDF84-38DD-467E-8CCB-5F217E16B950}" srcOrd="0" destOrd="0" parTransId="{BFCE1BFB-05C1-4A11-BA94-5952894B5581}" sibTransId="{4D1E1885-AC5A-4730-83E3-8DBFB1546260}"/>
    <dgm:cxn modelId="{2519B918-715E-4763-A384-E733B2CD1F33}" type="presParOf" srcId="{2ED6E8B7-1C78-472F-A960-C367530B25F9}" destId="{BEB21B37-2CF3-4CF2-92B3-CBC2FE85986E}" srcOrd="0" destOrd="0" presId="urn:microsoft.com/office/officeart/2005/8/layout/process3"/>
    <dgm:cxn modelId="{36928F54-DDD2-480E-A522-7A6402EE1044}" type="presParOf" srcId="{BEB21B37-2CF3-4CF2-92B3-CBC2FE85986E}" destId="{2E1EB42D-F248-4F1E-BC25-85858F583041}" srcOrd="0" destOrd="0" presId="urn:microsoft.com/office/officeart/2005/8/layout/process3"/>
    <dgm:cxn modelId="{4A646A94-C1AC-4043-97C3-7F1613753212}" type="presParOf" srcId="{BEB21B37-2CF3-4CF2-92B3-CBC2FE85986E}" destId="{CFF8A297-35FE-4D4A-8E9C-215E88F01CDB}" srcOrd="1" destOrd="0" presId="urn:microsoft.com/office/officeart/2005/8/layout/process3"/>
    <dgm:cxn modelId="{6EC59783-1792-43C2-B1EC-F253DC2E3A5E}" type="presParOf" srcId="{BEB21B37-2CF3-4CF2-92B3-CBC2FE85986E}" destId="{A6FD871F-42DC-41FB-8664-F0C6D2DE4DB5}" srcOrd="2" destOrd="0" presId="urn:microsoft.com/office/officeart/2005/8/layout/process3"/>
    <dgm:cxn modelId="{0129765E-2AA4-49F9-B029-5625288731F4}" type="presParOf" srcId="{2ED6E8B7-1C78-472F-A960-C367530B25F9}" destId="{091274DD-3E9A-471E-A1D2-85F73F3E8862}" srcOrd="1" destOrd="0" presId="urn:microsoft.com/office/officeart/2005/8/layout/process3"/>
    <dgm:cxn modelId="{74265DDF-A9F3-4964-A89D-2E0E986943FE}" type="presParOf" srcId="{091274DD-3E9A-471E-A1D2-85F73F3E8862}" destId="{0ED9DF62-6084-4CFA-A024-477481D81A8A}" srcOrd="0" destOrd="0" presId="urn:microsoft.com/office/officeart/2005/8/layout/process3"/>
    <dgm:cxn modelId="{20C7630B-D3B7-4560-BDEF-B4EFDCEFCA34}" type="presParOf" srcId="{2ED6E8B7-1C78-472F-A960-C367530B25F9}" destId="{104A81FA-324D-4599-BF33-8BAACD3ACF5C}" srcOrd="2" destOrd="0" presId="urn:microsoft.com/office/officeart/2005/8/layout/process3"/>
    <dgm:cxn modelId="{A840A546-E4BF-4FF0-BB9E-70749977189F}" type="presParOf" srcId="{104A81FA-324D-4599-BF33-8BAACD3ACF5C}" destId="{B4B8D610-900C-4657-AE53-5FC2018C27D3}" srcOrd="0" destOrd="0" presId="urn:microsoft.com/office/officeart/2005/8/layout/process3"/>
    <dgm:cxn modelId="{5C8C32C9-8A41-479F-9A36-AC525732C411}" type="presParOf" srcId="{104A81FA-324D-4599-BF33-8BAACD3ACF5C}" destId="{CEBE8A1D-3800-4CF1-8D74-CF94095436BE}" srcOrd="1" destOrd="0" presId="urn:microsoft.com/office/officeart/2005/8/layout/process3"/>
    <dgm:cxn modelId="{BDCBE099-D9A3-45CA-9C93-60F9589FB50E}" type="presParOf" srcId="{104A81FA-324D-4599-BF33-8BAACD3ACF5C}" destId="{4CBD871F-D0DE-4A20-B0D0-A86917694095}" srcOrd="2" destOrd="0" presId="urn:microsoft.com/office/officeart/2005/8/layout/process3"/>
    <dgm:cxn modelId="{C9A6B940-B33A-43D0-8F31-49613682FDAF}" type="presParOf" srcId="{2ED6E8B7-1C78-472F-A960-C367530B25F9}" destId="{7F85F6A4-4D86-4C4E-ADAC-0F8ED54852CA}" srcOrd="3" destOrd="0" presId="urn:microsoft.com/office/officeart/2005/8/layout/process3"/>
    <dgm:cxn modelId="{8164997C-D4F3-4821-AAAB-ABCE4B1BDC68}" type="presParOf" srcId="{7F85F6A4-4D86-4C4E-ADAC-0F8ED54852CA}" destId="{19F99C98-FB4C-473B-AC6F-B1A36BF0ED2A}" srcOrd="0" destOrd="0" presId="urn:microsoft.com/office/officeart/2005/8/layout/process3"/>
    <dgm:cxn modelId="{56C20DB0-942E-4B71-B065-9EE7E193B855}" type="presParOf" srcId="{2ED6E8B7-1C78-472F-A960-C367530B25F9}" destId="{35ABE0C4-1972-493B-B0F1-517AA8F142F2}" srcOrd="4" destOrd="0" presId="urn:microsoft.com/office/officeart/2005/8/layout/process3"/>
    <dgm:cxn modelId="{17BCADE7-DAB7-4CEA-8521-97DB4D75ECC2}" type="presParOf" srcId="{35ABE0C4-1972-493B-B0F1-517AA8F142F2}" destId="{4F77FC89-FA6B-4A40-985F-270FC48B3552}" srcOrd="0" destOrd="0" presId="urn:microsoft.com/office/officeart/2005/8/layout/process3"/>
    <dgm:cxn modelId="{8E481A88-333E-4F81-9E07-20D5F88386F6}" type="presParOf" srcId="{35ABE0C4-1972-493B-B0F1-517AA8F142F2}" destId="{01D411AB-D7F3-4397-8992-33BE26731489}" srcOrd="1" destOrd="0" presId="urn:microsoft.com/office/officeart/2005/8/layout/process3"/>
    <dgm:cxn modelId="{7EFEF70A-AEE6-48EA-ABB9-9CBDB0BCB9FF}" type="presParOf" srcId="{35ABE0C4-1972-493B-B0F1-517AA8F142F2}" destId="{C05B7109-05EA-4FD3-9ED4-2BB92A003658}" srcOrd="2" destOrd="0" presId="urn:microsoft.com/office/officeart/2005/8/layout/process3"/>
    <dgm:cxn modelId="{E8C18887-EA5C-4BE2-A4DE-5634FD9B692D}" type="presParOf" srcId="{2ED6E8B7-1C78-472F-A960-C367530B25F9}" destId="{D0FED93F-F863-46DC-A179-C9EA39D6DC14}" srcOrd="5" destOrd="0" presId="urn:microsoft.com/office/officeart/2005/8/layout/process3"/>
    <dgm:cxn modelId="{E25EF2F0-B9AB-45D1-8B2E-940333AF46C0}" type="presParOf" srcId="{D0FED93F-F863-46DC-A179-C9EA39D6DC14}" destId="{24BB480A-BD12-43A8-9E65-B8835FADB6A0}" srcOrd="0" destOrd="0" presId="urn:microsoft.com/office/officeart/2005/8/layout/process3"/>
    <dgm:cxn modelId="{D88BC868-953B-4C45-AF38-082D221FCCF3}" type="presParOf" srcId="{2ED6E8B7-1C78-472F-A960-C367530B25F9}" destId="{159C3E1A-EB39-4631-A9A8-329C2A829AE8}" srcOrd="6" destOrd="0" presId="urn:microsoft.com/office/officeart/2005/8/layout/process3"/>
    <dgm:cxn modelId="{D7DD8647-468F-4D94-B8A9-7A65F2045EAE}" type="presParOf" srcId="{159C3E1A-EB39-4631-A9A8-329C2A829AE8}" destId="{781D0309-EB76-402E-B17C-C59E80A935B6}" srcOrd="0" destOrd="0" presId="urn:microsoft.com/office/officeart/2005/8/layout/process3"/>
    <dgm:cxn modelId="{BEE96999-2B18-48FD-B8DF-D65ECDBAAE48}" type="presParOf" srcId="{159C3E1A-EB39-4631-A9A8-329C2A829AE8}" destId="{94E1CA0B-FB74-4FAB-8044-ED0AFABE3A38}" srcOrd="1" destOrd="0" presId="urn:microsoft.com/office/officeart/2005/8/layout/process3"/>
    <dgm:cxn modelId="{F48CA6BC-4640-4254-87BF-1D0839126DF3}" type="presParOf" srcId="{159C3E1A-EB39-4631-A9A8-329C2A829AE8}" destId="{53567D97-D186-4FD5-BDB3-0AE59DC6913B}" srcOrd="2" destOrd="0" presId="urn:microsoft.com/office/officeart/2005/8/layout/process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FF8A297-35FE-4D4A-8E9C-215E88F01CDB}">
      <dsp:nvSpPr>
        <dsp:cNvPr id="0" name=""/>
        <dsp:cNvSpPr/>
      </dsp:nvSpPr>
      <dsp:spPr>
        <a:xfrm>
          <a:off x="996" y="24909"/>
          <a:ext cx="1251853" cy="2376000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60960" numCol="1" spcCol="1270" anchor="t" anchorCtr="0">
          <a:noAutofit/>
        </a:bodyPr>
        <a:lstStyle/>
        <a:p>
          <a:pPr marL="0" lvl="0" indent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latin typeface="Poppins" panose="020F0502020204030204"/>
            </a:rPr>
            <a:t>STAGE 1</a:t>
          </a:r>
          <a:endParaRPr lang="en-US" sz="1600" kern="1200"/>
        </a:p>
      </dsp:txBody>
      <dsp:txXfrm>
        <a:off x="996" y="24909"/>
        <a:ext cx="1251853" cy="500741"/>
      </dsp:txXfrm>
    </dsp:sp>
    <dsp:sp modelId="{A6FD871F-42DC-41FB-8664-F0C6D2DE4DB5}">
      <dsp:nvSpPr>
        <dsp:cNvPr id="0" name=""/>
        <dsp:cNvSpPr/>
      </dsp:nvSpPr>
      <dsp:spPr>
        <a:xfrm>
          <a:off x="257399" y="525650"/>
          <a:ext cx="1251853" cy="31680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120" tIns="71120" rIns="71120" bIns="71120" numCol="1" spcCol="1270" anchor="t" anchorCtr="0">
          <a:noAutofit/>
        </a:bodyPr>
        <a:lstStyle/>
        <a:p>
          <a:pPr marL="57150" lvl="1" indent="-57150" algn="l" defTabSz="4445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b="1" kern="1200">
              <a:latin typeface="Poppins" panose="020F0502020204030204"/>
            </a:rPr>
            <a:t>Weeks 1-4</a:t>
          </a:r>
          <a:endParaRPr lang="en-US" sz="1000" b="1" kern="1200"/>
        </a:p>
        <a:p>
          <a:pPr marL="114300" lvl="2" indent="-57150" algn="l" defTabSz="4889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>
              <a:latin typeface="Poppins" panose="020F0502020204030204"/>
            </a:rPr>
            <a:t>Data preparation + Inflation replication</a:t>
          </a:r>
        </a:p>
      </dsp:txBody>
      <dsp:txXfrm>
        <a:off x="294065" y="562316"/>
        <a:ext cx="1178521" cy="3094668"/>
      </dsp:txXfrm>
    </dsp:sp>
    <dsp:sp modelId="{091274DD-3E9A-471E-A1D2-85F73F3E8862}">
      <dsp:nvSpPr>
        <dsp:cNvPr id="0" name=""/>
        <dsp:cNvSpPr/>
      </dsp:nvSpPr>
      <dsp:spPr>
        <a:xfrm>
          <a:off x="1442626" y="119442"/>
          <a:ext cx="402326" cy="311675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1442626" y="181777"/>
        <a:ext cx="308824" cy="187005"/>
      </dsp:txXfrm>
    </dsp:sp>
    <dsp:sp modelId="{CEBE8A1D-3800-4CF1-8D74-CF94095436BE}">
      <dsp:nvSpPr>
        <dsp:cNvPr id="0" name=""/>
        <dsp:cNvSpPr/>
      </dsp:nvSpPr>
      <dsp:spPr>
        <a:xfrm>
          <a:off x="2011955" y="24909"/>
          <a:ext cx="1251853" cy="2376000"/>
        </a:xfrm>
        <a:prstGeom prst="roundRect">
          <a:avLst>
            <a:gd name="adj" fmla="val 10000"/>
          </a:avLst>
        </a:prstGeom>
        <a:solidFill>
          <a:schemeClr val="accent5">
            <a:hueOff val="3278275"/>
            <a:satOff val="9184"/>
            <a:lumOff val="-437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60960" numCol="1" spcCol="1270" anchor="t" anchorCtr="0">
          <a:noAutofit/>
        </a:bodyPr>
        <a:lstStyle/>
        <a:p>
          <a:pPr marL="0" lvl="0" indent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latin typeface="Poppins" panose="020F0502020204030204"/>
            </a:rPr>
            <a:t>STAGE 2</a:t>
          </a:r>
          <a:endParaRPr lang="en-US" sz="1600" kern="1200"/>
        </a:p>
      </dsp:txBody>
      <dsp:txXfrm>
        <a:off x="2011955" y="24909"/>
        <a:ext cx="1251853" cy="500741"/>
      </dsp:txXfrm>
    </dsp:sp>
    <dsp:sp modelId="{4CBD871F-D0DE-4A20-B0D0-A86917694095}">
      <dsp:nvSpPr>
        <dsp:cNvPr id="0" name=""/>
        <dsp:cNvSpPr/>
      </dsp:nvSpPr>
      <dsp:spPr>
        <a:xfrm>
          <a:off x="2268359" y="525650"/>
          <a:ext cx="1251853" cy="31680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3278275"/>
              <a:satOff val="9184"/>
              <a:lumOff val="-437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120" tIns="71120" rIns="71120" bIns="71120" numCol="1" spcCol="1270" anchor="t" anchorCtr="0">
          <a:noAutofit/>
        </a:bodyPr>
        <a:lstStyle/>
        <a:p>
          <a:pPr marL="57150" lvl="1" indent="-57150" algn="l" defTabSz="4445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b="1" kern="1200">
              <a:latin typeface="Poppins" panose="020F0502020204030204"/>
            </a:rPr>
            <a:t>Weeks 5-8</a:t>
          </a:r>
          <a:endParaRPr lang="en-US" sz="1000" b="1" kern="1200"/>
        </a:p>
        <a:p>
          <a:pPr marL="114300" lvl="2" indent="-57150" algn="l" defTabSz="4445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kern="1200">
              <a:latin typeface="Poppins" panose="020F0502020204030204"/>
            </a:rPr>
            <a:t>Identify high female-consumption products +Weighting model</a:t>
          </a:r>
        </a:p>
      </dsp:txBody>
      <dsp:txXfrm>
        <a:off x="2305025" y="562316"/>
        <a:ext cx="1178521" cy="3094668"/>
      </dsp:txXfrm>
    </dsp:sp>
    <dsp:sp modelId="{7F85F6A4-4D86-4C4E-ADAC-0F8ED54852CA}">
      <dsp:nvSpPr>
        <dsp:cNvPr id="0" name=""/>
        <dsp:cNvSpPr/>
      </dsp:nvSpPr>
      <dsp:spPr>
        <a:xfrm>
          <a:off x="3453585" y="119442"/>
          <a:ext cx="402326" cy="311675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4917412"/>
            <a:satOff val="13776"/>
            <a:lumOff val="-6569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3453585" y="181777"/>
        <a:ext cx="308824" cy="187005"/>
      </dsp:txXfrm>
    </dsp:sp>
    <dsp:sp modelId="{01D411AB-D7F3-4397-8992-33BE26731489}">
      <dsp:nvSpPr>
        <dsp:cNvPr id="0" name=""/>
        <dsp:cNvSpPr/>
      </dsp:nvSpPr>
      <dsp:spPr>
        <a:xfrm>
          <a:off x="4022914" y="24909"/>
          <a:ext cx="1251853" cy="2376000"/>
        </a:xfrm>
        <a:prstGeom prst="roundRect">
          <a:avLst>
            <a:gd name="adj" fmla="val 10000"/>
          </a:avLst>
        </a:prstGeom>
        <a:solidFill>
          <a:schemeClr val="accent5">
            <a:hueOff val="6556550"/>
            <a:satOff val="18367"/>
            <a:lumOff val="-875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60960" numCol="1" spcCol="1270" anchor="t" anchorCtr="0">
          <a:noAutofit/>
        </a:bodyPr>
        <a:lstStyle/>
        <a:p>
          <a:pPr marL="0" lvl="0" indent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latin typeface="Poppins" panose="020F0502020204030204"/>
            </a:rPr>
            <a:t>STAGE 3</a:t>
          </a:r>
          <a:endParaRPr lang="en-US" sz="1600" kern="1200"/>
        </a:p>
      </dsp:txBody>
      <dsp:txXfrm>
        <a:off x="4022914" y="24909"/>
        <a:ext cx="1251853" cy="500741"/>
      </dsp:txXfrm>
    </dsp:sp>
    <dsp:sp modelId="{C05B7109-05EA-4FD3-9ED4-2BB92A003658}">
      <dsp:nvSpPr>
        <dsp:cNvPr id="0" name=""/>
        <dsp:cNvSpPr/>
      </dsp:nvSpPr>
      <dsp:spPr>
        <a:xfrm>
          <a:off x="4279318" y="525650"/>
          <a:ext cx="1251853" cy="31680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6556550"/>
              <a:satOff val="18367"/>
              <a:lumOff val="-875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120" tIns="71120" rIns="71120" bIns="71120" numCol="1" spcCol="1270" anchor="t" anchorCtr="0">
          <a:noAutofit/>
        </a:bodyPr>
        <a:lstStyle/>
        <a:p>
          <a:pPr marL="57150" lvl="1" indent="-57150" algn="l" defTabSz="4445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b="1" kern="1200">
              <a:latin typeface="Poppins" panose="020F0502020204030204"/>
            </a:rPr>
            <a:t>Weeks 9-12</a:t>
          </a:r>
          <a:endParaRPr lang="en-US" sz="1000" b="1" kern="1200"/>
        </a:p>
        <a:p>
          <a:pPr marL="114300" lvl="2" indent="-57150" algn="l" defTabSz="4889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>
              <a:latin typeface="Poppins" panose="020F0502020204030204"/>
            </a:rPr>
            <a:t>Price index construction + Forecastig</a:t>
          </a:r>
        </a:p>
      </dsp:txBody>
      <dsp:txXfrm>
        <a:off x="4315984" y="562316"/>
        <a:ext cx="1178521" cy="3094668"/>
      </dsp:txXfrm>
    </dsp:sp>
    <dsp:sp modelId="{D0FED93F-F863-46DC-A179-C9EA39D6DC14}">
      <dsp:nvSpPr>
        <dsp:cNvPr id="0" name=""/>
        <dsp:cNvSpPr/>
      </dsp:nvSpPr>
      <dsp:spPr>
        <a:xfrm>
          <a:off x="5464544" y="119442"/>
          <a:ext cx="402326" cy="311675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9834825"/>
            <a:satOff val="27551"/>
            <a:lumOff val="-13138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5464544" y="181777"/>
        <a:ext cx="308824" cy="187005"/>
      </dsp:txXfrm>
    </dsp:sp>
    <dsp:sp modelId="{94E1CA0B-FB74-4FAB-8044-ED0AFABE3A38}">
      <dsp:nvSpPr>
        <dsp:cNvPr id="0" name=""/>
        <dsp:cNvSpPr/>
      </dsp:nvSpPr>
      <dsp:spPr>
        <a:xfrm>
          <a:off x="6033873" y="24909"/>
          <a:ext cx="1251853" cy="2376000"/>
        </a:xfrm>
        <a:prstGeom prst="roundRect">
          <a:avLst>
            <a:gd name="adj" fmla="val 10000"/>
          </a:avLst>
        </a:prstGeom>
        <a:solidFill>
          <a:schemeClr val="accent5">
            <a:hueOff val="9834825"/>
            <a:satOff val="27551"/>
            <a:lumOff val="-1313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60960" numCol="1" spcCol="1270" anchor="t" anchorCtr="0">
          <a:noAutofit/>
        </a:bodyPr>
        <a:lstStyle/>
        <a:p>
          <a:pPr marL="0" lvl="0" indent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latin typeface="Poppins" panose="020F0502020204030204"/>
            </a:rPr>
            <a:t>STAGE 4</a:t>
          </a:r>
        </a:p>
      </dsp:txBody>
      <dsp:txXfrm>
        <a:off x="6033873" y="24909"/>
        <a:ext cx="1251853" cy="500741"/>
      </dsp:txXfrm>
    </dsp:sp>
    <dsp:sp modelId="{53567D97-D186-4FD5-BDB3-0AE59DC6913B}">
      <dsp:nvSpPr>
        <dsp:cNvPr id="0" name=""/>
        <dsp:cNvSpPr/>
      </dsp:nvSpPr>
      <dsp:spPr>
        <a:xfrm>
          <a:off x="6290277" y="525650"/>
          <a:ext cx="1251853" cy="31680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9834825"/>
              <a:satOff val="27551"/>
              <a:lumOff val="-1313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120" tIns="71120" rIns="71120" bIns="71120" numCol="1" spcCol="1270" anchor="t" anchorCtr="0">
          <a:noAutofit/>
        </a:bodyPr>
        <a:lstStyle/>
        <a:p>
          <a:pPr marL="57150" lvl="1" indent="-57150" algn="l" defTabSz="4445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b="1" kern="1200">
              <a:latin typeface="Poppins" panose="020F0502020204030204"/>
            </a:rPr>
            <a:t>Weeks 13-16</a:t>
          </a:r>
        </a:p>
        <a:p>
          <a:pPr marL="57150" lvl="1" indent="-57150" algn="l" defTabSz="4889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>
              <a:latin typeface="Poppins" panose="020F0502020204030204"/>
            </a:rPr>
            <a:t>Interpretation + Reporting</a:t>
          </a:r>
        </a:p>
        <a:p>
          <a:pPr marL="228600" lvl="2" indent="-114300" algn="l" defTabSz="5334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1200" kern="1200">
            <a:latin typeface="Poppins" panose="020F0502020204030204"/>
          </a:endParaRPr>
        </a:p>
      </dsp:txBody>
      <dsp:txXfrm>
        <a:off x="6326943" y="562316"/>
        <a:ext cx="1178521" cy="309466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3">
  <dgm:title val=""/>
  <dgm:desc val=""/>
  <dgm:catLst>
    <dgm:cat type="process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3" destOrd="0"/>
        <dgm:cxn modelId="12" srcId="1" destId="11" srcOrd="0" destOrd="0"/>
        <dgm:cxn modelId="23" srcId="2" destId="21" srcOrd="0" destOrd="0"/>
        <dgm:cxn modelId="34" srcId="3" destId="3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w" for="ch" ptType="sibTrans" refType="w" refFor="ch" refForName="composite" fact="0.3333"/>
      <dgm:constr type="w" for="des" forName="parTx"/>
      <dgm:constr type="h" for="des" forName="parTx" op="equ"/>
      <dgm:constr type="h" for="des" forName="parSh" op="equ"/>
      <dgm:constr type="w" for="des" forName="desTx"/>
      <dgm:constr type="h" for="des" forName="desTx" op="equ"/>
      <dgm:constr type="w" for="des" forName="parSh"/>
      <dgm:constr type="primFontSz" for="des" forName="parTx" val="65"/>
      <dgm:constr type="secFontSz" for="des" forName="desTx" refType="primFontSz" refFor="des" refForName="parTx" op="equ"/>
      <dgm:constr type="primFontSz" for="des" forName="connTx" refType="primFontSz" refFor="des" refForName="parTx" fact="0.8"/>
      <dgm:constr type="primFontSz" for="des" forName="connTx" refType="primFontSz" refFor="des" refForName="parTx" op="lte" fact="0.8"/>
      <dgm:constr type="h" for="des" forName="parTx" refType="primFontSz" refFor="des" refForName="parTx" fact="0.8"/>
      <dgm:constr type="h" for="des" forName="parSh" refType="primFontSz" refFor="des" refForName="parTx" fact="1.2"/>
      <dgm:constr type="h" for="des" forName="desTx" refType="primFontSz" refFor="des" refForName="parTx" fact="1.6"/>
      <dgm:constr type="h" for="des" forName="parSh" refType="h" refFor="des" refForName="parTx" op="lte" fact="1.5"/>
      <dgm:constr type="h" for="des" forName="parSh" refType="h" refFor="des" refForName="parTx" op="gte" fact="1.5"/>
    </dgm:constrLst>
    <dgm:ruleLst>
      <dgm:rule type="w" for="ch" forName="composite" val="0" fact="NaN" max="NaN"/>
      <dgm:rule type="primFontSz" for="des" forName="parTx" val="5" fact="NaN" max="NaN"/>
    </dgm:ruleLst>
    <dgm:forEach name="Name3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func="var" arg="dir" op="equ" val="norm">
            <dgm:constrLst>
              <dgm:constr type="h" refType="w" fact="1000"/>
              <dgm:constr type="l" for="ch" forName="parTx"/>
              <dgm:constr type="w" for="ch" forName="parTx" refType="w" fact="0.83"/>
              <dgm:constr type="t" for="ch" forName="parTx"/>
              <dgm:constr type="l" for="ch" forName="parSh"/>
              <dgm:constr type="w" for="ch" forName="parSh" refType="w" refFor="ch" refForName="parTx"/>
              <dgm:constr type="t" for="ch" forName="parSh"/>
              <dgm:constr type="l" for="ch" forName="desTx" refType="w" fact="0.17"/>
              <dgm:constr type="w" for="ch" forName="desTx" refType="w" refFor="ch" refForName="parTx"/>
              <dgm:constr type="t" for="ch" forName="desTx" refType="h" refFor="ch" refForName="parTx"/>
            </dgm:constrLst>
          </dgm:if>
          <dgm:else name="Name6">
            <dgm:constrLst>
              <dgm:constr type="h" refType="w" fact="1000"/>
              <dgm:constr type="l" for="ch" forName="parTx" refType="w" fact="0.17"/>
              <dgm:constr type="w" for="ch" forName="parTx" refType="w" fact="0.83"/>
              <dgm:constr type="t" for="ch" forName="parTx"/>
              <dgm:constr type="l" for="ch" forName="parSh" refType="w" fact="0.15"/>
              <dgm:constr type="w" for="ch" forName="parSh" refType="w" refFor="ch" refForName="parTx"/>
              <dgm:constr type="t" for="ch" forName="parSh"/>
              <dgm:constr type="l" for="ch" forName="desTx"/>
              <dgm:constr type="w" for="ch" forName="desTx" refType="w" refFor="ch" refForName="parTx"/>
              <dgm:constr type="t" for="ch" forName="desTx" refType="h" refFor="ch" refForName="parTx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1" hideGeom="1">
            <dgm:adjLst>
              <dgm:adj idx="1" val="0.1"/>
            </dgm:adjLst>
          </dgm:shape>
          <dgm:presOf axis="self" ptType="node"/>
          <dgm:constrLst>
            <dgm:constr type="h" refType="w" op="lte" fact="0.4"/>
            <dgm:constr type="bMarg" refType="primFontSz" fact="0.3"/>
            <dgm:constr type="h"/>
          </dgm:constrLst>
          <dgm:ruleLst>
            <dgm:rule type="h" val="INF" fact="NaN" max="NaN"/>
          </dgm:ruleLst>
        </dgm:layoutNode>
        <dgm:layoutNode name="parSh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 ptType="node"/>
          <dgm:constrLst>
            <dgm:constr type="h"/>
          </dgm:constrLst>
          <dgm:ruleLst/>
        </dgm:layoutNode>
        <dgm:layoutNode name="desTx" styleLbl="fgAcc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oundRect" r:blip="">
            <dgm:adjLst>
              <dgm:adj idx="1" val="0.1"/>
            </dgm:adjLst>
          </dgm:shape>
          <dgm:presOf axis="des" ptType="node"/>
          <dgm:constrLst>
            <dgm:constr type="secFontSz" val="65"/>
            <dgm:constr type="primFontSz" refType="secFontSz"/>
            <dgm:constr type="h"/>
          </dgm:constrLst>
          <dgm:ruleLst>
            <dgm:rule type="h" val="INF" fact="NaN" max="NaN"/>
          </dgm:ruleLst>
        </dgm:layoutNode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  <dgm:param type="srcNode" val="parTx"/>
            <dgm:param type="dstNode" val="parTx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Tx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5475C812-4948-FE4D-7DD2-1F853523026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5F69E208-50E0-493B-1275-7DADD4D5410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7C52A7-4D46-B946-829B-FB35A5AE502E}" type="datetimeFigureOut">
              <a:rPr lang="es-MX" smtClean="0"/>
              <a:t>02/12/2025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1485F44-0E9F-7C56-4B89-36D5F7C56EF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CDBB937-F580-58B4-11F3-4D4C1122F84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722C36-B65B-744F-85BA-5A8810BF17D4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991387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953306-CF67-47E1-9FB5-A065C434EB86}" type="datetimeFigureOut">
              <a:rPr lang="en-ID" smtClean="0"/>
              <a:t>02/12/2025</a:t>
            </a:fld>
            <a:endParaRPr lang="en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6EEFD3-EE8B-4D27-902B-43A9D17F97A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9106551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6EEFD3-EE8B-4D27-902B-43A9D17F97A7}" type="slidenum">
              <a:rPr lang="en-ID" smtClean="0"/>
              <a:t>4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2200305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2.sv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2.sv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2.sv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4.emf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emf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17.sv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áfico 5">
            <a:extLst>
              <a:ext uri="{FF2B5EF4-FFF2-40B4-BE49-F238E27FC236}">
                <a16:creationId xmlns:a16="http://schemas.microsoft.com/office/drawing/2014/main" id="{4D88A54F-5EFB-A44E-A920-67204766B39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58020" y="6343912"/>
            <a:ext cx="1352262" cy="265623"/>
          </a:xfrm>
          <a:prstGeom prst="rect">
            <a:avLst/>
          </a:prstGeom>
        </p:spPr>
      </p:pic>
      <p:pic>
        <p:nvPicPr>
          <p:cNvPr id="9" name="Gráfico 8">
            <a:extLst>
              <a:ext uri="{FF2B5EF4-FFF2-40B4-BE49-F238E27FC236}">
                <a16:creationId xmlns:a16="http://schemas.microsoft.com/office/drawing/2014/main" id="{60BCD43E-91CE-C5E1-87DB-0A31B25E3F4C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79226" y="4563771"/>
            <a:ext cx="193128" cy="2076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78022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áfico 5">
            <a:extLst>
              <a:ext uri="{FF2B5EF4-FFF2-40B4-BE49-F238E27FC236}">
                <a16:creationId xmlns:a16="http://schemas.microsoft.com/office/drawing/2014/main" id="{1A0DBE07-92ED-98E9-FBA6-0E1898814C7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58020" y="263015"/>
            <a:ext cx="1352262" cy="265623"/>
          </a:xfrm>
          <a:prstGeom prst="rect">
            <a:avLst/>
          </a:prstGeom>
        </p:spPr>
      </p:pic>
      <p:pic>
        <p:nvPicPr>
          <p:cNvPr id="7" name="Gráfico 6">
            <a:extLst>
              <a:ext uri="{FF2B5EF4-FFF2-40B4-BE49-F238E27FC236}">
                <a16:creationId xmlns:a16="http://schemas.microsoft.com/office/drawing/2014/main" id="{993A96D8-E88C-67AA-EFFC-983583B07A7C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79226" y="4563771"/>
            <a:ext cx="193128" cy="2076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28524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n 10">
            <a:extLst>
              <a:ext uri="{FF2B5EF4-FFF2-40B4-BE49-F238E27FC236}">
                <a16:creationId xmlns:a16="http://schemas.microsoft.com/office/drawing/2014/main" id="{1827015E-93DF-2C56-E4AA-A381DDD5788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137558" cy="6858000"/>
          </a:xfrm>
          <a:prstGeom prst="rect">
            <a:avLst/>
          </a:prstGeom>
        </p:spPr>
      </p:pic>
      <p:pic>
        <p:nvPicPr>
          <p:cNvPr id="3" name="Gráfico 2">
            <a:extLst>
              <a:ext uri="{FF2B5EF4-FFF2-40B4-BE49-F238E27FC236}">
                <a16:creationId xmlns:a16="http://schemas.microsoft.com/office/drawing/2014/main" id="{FCF611DF-6DD7-5E2F-10D0-AEC84D527A6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08977" y="5951538"/>
            <a:ext cx="2765436" cy="266192"/>
          </a:xfrm>
          <a:prstGeom prst="rect">
            <a:avLst/>
          </a:prstGeom>
        </p:spPr>
      </p:pic>
      <p:pic>
        <p:nvPicPr>
          <p:cNvPr id="5" name="Gráfico 4">
            <a:extLst>
              <a:ext uri="{FF2B5EF4-FFF2-40B4-BE49-F238E27FC236}">
                <a16:creationId xmlns:a16="http://schemas.microsoft.com/office/drawing/2014/main" id="{AC2A3DD2-FF37-BA87-5D8F-30B1FEF7D91E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330564" y="5791393"/>
            <a:ext cx="2187139" cy="429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27705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bg>
      <p:bgPr>
        <a:solidFill>
          <a:srgbClr val="0030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E7D0B96A-E081-9C39-E028-5518DEDBB17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5927271"/>
            <a:ext cx="12176255" cy="930729"/>
          </a:xfrm>
          <a:prstGeom prst="rect">
            <a:avLst/>
          </a:prstGeom>
        </p:spPr>
      </p:pic>
      <p:pic>
        <p:nvPicPr>
          <p:cNvPr id="5" name="Gráfico 4">
            <a:extLst>
              <a:ext uri="{FF2B5EF4-FFF2-40B4-BE49-F238E27FC236}">
                <a16:creationId xmlns:a16="http://schemas.microsoft.com/office/drawing/2014/main" id="{D1346F5E-817C-0C6C-2FD8-A36AC71A966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03772" y="587887"/>
            <a:ext cx="2765436" cy="266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09663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iseño personalizado">
    <p:bg>
      <p:bgPr>
        <a:solidFill>
          <a:srgbClr val="967D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25F21904-673D-3B2F-3C62-E87D349D4DD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81" r="198" b="17391"/>
          <a:stretch>
            <a:fillRect/>
          </a:stretch>
        </p:blipFill>
        <p:spPr>
          <a:xfrm>
            <a:off x="-1" y="5976729"/>
            <a:ext cx="12192001" cy="881271"/>
          </a:xfrm>
          <a:prstGeom prst="rect">
            <a:avLst/>
          </a:prstGeom>
        </p:spPr>
      </p:pic>
      <p:pic>
        <p:nvPicPr>
          <p:cNvPr id="3" name="Gráfico 2">
            <a:extLst>
              <a:ext uri="{FF2B5EF4-FFF2-40B4-BE49-F238E27FC236}">
                <a16:creationId xmlns:a16="http://schemas.microsoft.com/office/drawing/2014/main" id="{9248B354-7E6F-6839-864E-57113DBA554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03772" y="587887"/>
            <a:ext cx="2765436" cy="266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32366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Diseño personalizado">
    <p:bg>
      <p:bgPr>
        <a:solidFill>
          <a:srgbClr val="00BFB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25F21904-673D-3B2F-3C62-E87D349D4DD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81" r="198" b="17391"/>
          <a:stretch>
            <a:fillRect/>
          </a:stretch>
        </p:blipFill>
        <p:spPr>
          <a:xfrm>
            <a:off x="-1" y="5976729"/>
            <a:ext cx="12192001" cy="881271"/>
          </a:xfrm>
          <a:prstGeom prst="rect">
            <a:avLst/>
          </a:prstGeom>
        </p:spPr>
      </p:pic>
      <p:pic>
        <p:nvPicPr>
          <p:cNvPr id="2" name="Gráfico 1">
            <a:extLst>
              <a:ext uri="{FF2B5EF4-FFF2-40B4-BE49-F238E27FC236}">
                <a16:creationId xmlns:a16="http://schemas.microsoft.com/office/drawing/2014/main" id="{A0403696-5569-6DD2-FAA2-F31C36E1D1D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03772" y="587887"/>
            <a:ext cx="2765436" cy="266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269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seño personalizado">
    <p:bg>
      <p:bgPr>
        <a:solidFill>
          <a:srgbClr val="00BFB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766796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243D515E-9E8E-0697-34AF-2CFDB90565B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32585" b="21872"/>
          <a:stretch/>
        </p:blipFill>
        <p:spPr>
          <a:xfrm>
            <a:off x="9345168" y="5583493"/>
            <a:ext cx="2846832" cy="1274507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FB9AB649-4E5C-4DD0-781C-411BEFED84F4}"/>
              </a:ext>
            </a:extLst>
          </p:cNvPr>
          <p:cNvSpPr/>
          <p:nvPr userDrawn="1"/>
        </p:nvSpPr>
        <p:spPr>
          <a:xfrm>
            <a:off x="12016292" y="6201569"/>
            <a:ext cx="175708" cy="6564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10" name="Gráfico 9">
            <a:extLst>
              <a:ext uri="{FF2B5EF4-FFF2-40B4-BE49-F238E27FC236}">
                <a16:creationId xmlns:a16="http://schemas.microsoft.com/office/drawing/2014/main" id="{82E444EB-4972-945A-A6C2-7592E4E93E7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58020" y="263015"/>
            <a:ext cx="1352262" cy="265623"/>
          </a:xfrm>
          <a:prstGeom prst="rect">
            <a:avLst/>
          </a:prstGeom>
        </p:spPr>
      </p:pic>
      <p:pic>
        <p:nvPicPr>
          <p:cNvPr id="12" name="Gráfico 11">
            <a:extLst>
              <a:ext uri="{FF2B5EF4-FFF2-40B4-BE49-F238E27FC236}">
                <a16:creationId xmlns:a16="http://schemas.microsoft.com/office/drawing/2014/main" id="{77375968-7177-79DC-6288-E8F3FE736106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79226" y="4563771"/>
            <a:ext cx="193128" cy="2076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51490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98670AF9-FEEB-48DE-AD7D-F0D20A703A9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4974956" cy="6858000"/>
          </a:xfrm>
          <a:custGeom>
            <a:avLst/>
            <a:gdLst>
              <a:gd name="connsiteX0" fmla="*/ 0 w 3016250"/>
              <a:gd name="connsiteY0" fmla="*/ 0 h 3565525"/>
              <a:gd name="connsiteX1" fmla="*/ 3016250 w 3016250"/>
              <a:gd name="connsiteY1" fmla="*/ 0 h 3565525"/>
              <a:gd name="connsiteX2" fmla="*/ 3016250 w 3016250"/>
              <a:gd name="connsiteY2" fmla="*/ 3565525 h 3565525"/>
              <a:gd name="connsiteX3" fmla="*/ 0 w 3016250"/>
              <a:gd name="connsiteY3" fmla="*/ 3565525 h 3565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16250" h="3565525">
                <a:moveTo>
                  <a:pt x="0" y="0"/>
                </a:moveTo>
                <a:lnTo>
                  <a:pt x="3016250" y="0"/>
                </a:lnTo>
                <a:lnTo>
                  <a:pt x="3016250" y="3565525"/>
                </a:lnTo>
                <a:lnTo>
                  <a:pt x="0" y="3565525"/>
                </a:lnTo>
                <a:close/>
              </a:path>
            </a:pathLst>
          </a:custGeom>
          <a:solidFill>
            <a:schemeClr val="bg2"/>
          </a:solidFill>
          <a:effectLst>
            <a:outerShdw blurRad="546100" dist="38100" dir="2700000" algn="tl" rotWithShape="0">
              <a:prstClr val="black">
                <a:alpha val="13000"/>
              </a:prstClr>
            </a:outerShdw>
          </a:effectLst>
        </p:spPr>
        <p:txBody>
          <a:bodyPr wrap="square">
            <a:noAutofit/>
          </a:bodyPr>
          <a:lstStyle>
            <a:lvl1pPr>
              <a:defRPr lang="en-ID" sz="160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>
              <a:buNone/>
            </a:pPr>
            <a:r>
              <a:rPr lang="es-ES_tradnl" noProof="0"/>
              <a:t>Clic en el icono para agregar imagen</a:t>
            </a:r>
          </a:p>
        </p:txBody>
      </p:sp>
      <p:pic>
        <p:nvPicPr>
          <p:cNvPr id="8" name="Gráfico 7">
            <a:extLst>
              <a:ext uri="{FF2B5EF4-FFF2-40B4-BE49-F238E27FC236}">
                <a16:creationId xmlns:a16="http://schemas.microsoft.com/office/drawing/2014/main" id="{B500AA91-87B4-C27B-DC1F-C2C332C5798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58020" y="6346810"/>
            <a:ext cx="1352262" cy="265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52256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6">
            <a:extLst>
              <a:ext uri="{FF2B5EF4-FFF2-40B4-BE49-F238E27FC236}">
                <a16:creationId xmlns:a16="http://schemas.microsoft.com/office/drawing/2014/main" id="{D6B7044C-2F39-1754-8D57-EEF78C227E15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7217044" y="0"/>
            <a:ext cx="4974956" cy="6858000"/>
          </a:xfrm>
          <a:custGeom>
            <a:avLst/>
            <a:gdLst>
              <a:gd name="connsiteX0" fmla="*/ 0 w 3016250"/>
              <a:gd name="connsiteY0" fmla="*/ 0 h 3565525"/>
              <a:gd name="connsiteX1" fmla="*/ 3016250 w 3016250"/>
              <a:gd name="connsiteY1" fmla="*/ 0 h 3565525"/>
              <a:gd name="connsiteX2" fmla="*/ 3016250 w 3016250"/>
              <a:gd name="connsiteY2" fmla="*/ 3565525 h 3565525"/>
              <a:gd name="connsiteX3" fmla="*/ 0 w 3016250"/>
              <a:gd name="connsiteY3" fmla="*/ 3565525 h 3565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16250" h="3565525">
                <a:moveTo>
                  <a:pt x="0" y="0"/>
                </a:moveTo>
                <a:lnTo>
                  <a:pt x="3016250" y="0"/>
                </a:lnTo>
                <a:lnTo>
                  <a:pt x="3016250" y="3565525"/>
                </a:lnTo>
                <a:lnTo>
                  <a:pt x="0" y="3565525"/>
                </a:lnTo>
                <a:close/>
              </a:path>
            </a:pathLst>
          </a:custGeom>
          <a:solidFill>
            <a:schemeClr val="bg2"/>
          </a:solidFill>
          <a:effectLst>
            <a:outerShdw blurRad="546100" dist="38100" dir="2700000" algn="tl" rotWithShape="0">
              <a:prstClr val="black">
                <a:alpha val="13000"/>
              </a:prstClr>
            </a:outerShdw>
          </a:effectLst>
        </p:spPr>
        <p:txBody>
          <a:bodyPr wrap="square">
            <a:noAutofit/>
          </a:bodyPr>
          <a:lstStyle>
            <a:lvl1pPr>
              <a:defRPr lang="en-ID" sz="160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>
              <a:buNone/>
            </a:pPr>
            <a:r>
              <a:rPr lang="es-ES_tradnl" noProof="0"/>
              <a:t>Clic en el icono para agregar imagen</a:t>
            </a:r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2A9F4132-1BCE-2B20-DDB7-9E32BFD4821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05787" y="6346810"/>
            <a:ext cx="1352262" cy="265623"/>
          </a:xfrm>
          <a:prstGeom prst="rect">
            <a:avLst/>
          </a:prstGeom>
        </p:spPr>
      </p:pic>
      <p:pic>
        <p:nvPicPr>
          <p:cNvPr id="10" name="Gráfico 9">
            <a:extLst>
              <a:ext uri="{FF2B5EF4-FFF2-40B4-BE49-F238E27FC236}">
                <a16:creationId xmlns:a16="http://schemas.microsoft.com/office/drawing/2014/main" id="{F5B441B7-FB3B-23BD-290C-EFFC575710D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79226" y="4563771"/>
            <a:ext cx="193128" cy="2076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90478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463FD2BC-B9C7-48FE-944E-77907034D8C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576185" y="2337120"/>
            <a:ext cx="4398963" cy="3409950"/>
          </a:xfrm>
          <a:custGeom>
            <a:avLst/>
            <a:gdLst>
              <a:gd name="connsiteX0" fmla="*/ 0 w 4398963"/>
              <a:gd name="connsiteY0" fmla="*/ 0 h 3409950"/>
              <a:gd name="connsiteX1" fmla="*/ 4398963 w 4398963"/>
              <a:gd name="connsiteY1" fmla="*/ 0 h 3409950"/>
              <a:gd name="connsiteX2" fmla="*/ 4398963 w 4398963"/>
              <a:gd name="connsiteY2" fmla="*/ 3409950 h 3409950"/>
              <a:gd name="connsiteX3" fmla="*/ 0 w 4398963"/>
              <a:gd name="connsiteY3" fmla="*/ 3409950 h 3409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98963" h="3409950">
                <a:moveTo>
                  <a:pt x="0" y="0"/>
                </a:moveTo>
                <a:lnTo>
                  <a:pt x="4398963" y="0"/>
                </a:lnTo>
                <a:lnTo>
                  <a:pt x="4398963" y="3409950"/>
                </a:lnTo>
                <a:lnTo>
                  <a:pt x="0" y="3409950"/>
                </a:lnTo>
                <a:close/>
              </a:path>
            </a:pathLst>
          </a:custGeom>
          <a:solidFill>
            <a:schemeClr val="bg2">
              <a:alpha val="40000"/>
            </a:schemeClr>
          </a:solidFill>
        </p:spPr>
        <p:txBody>
          <a:bodyPr wrap="square">
            <a:noAutofit/>
          </a:bodyPr>
          <a:lstStyle>
            <a:lvl1pPr>
              <a:defRPr lang="en-ID" sz="1600" dirty="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>
              <a:buNone/>
            </a:pPr>
            <a:r>
              <a:rPr lang="es-ES_tradnl" noProof="0"/>
              <a:t>Clic en el icono para agregar imagen</a:t>
            </a:r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B54F2C54-6D00-C89E-2443-07CE169B200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58020" y="266521"/>
            <a:ext cx="1352262" cy="265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1616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7">
            <a:extLst>
              <a:ext uri="{FF2B5EF4-FFF2-40B4-BE49-F238E27FC236}">
                <a16:creationId xmlns:a16="http://schemas.microsoft.com/office/drawing/2014/main" id="{09F574D2-D61C-45F8-B2C3-843A2970BA83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105855" y="1623425"/>
            <a:ext cx="2705099" cy="4015373"/>
          </a:xfrm>
          <a:prstGeom prst="rect">
            <a:avLst/>
          </a:prstGeom>
          <a:solidFill>
            <a:schemeClr val="bg2">
              <a:alpha val="40000"/>
            </a:schemeClr>
          </a:solidFill>
          <a:effectLst>
            <a:outerShdw blurRad="546100" dist="38100" dir="2700000" algn="tl" rotWithShape="0">
              <a:prstClr val="black">
                <a:alpha val="13000"/>
              </a:prstClr>
            </a:outerShdw>
          </a:effectLst>
        </p:spPr>
        <p:txBody>
          <a:bodyPr wrap="square">
            <a:noAutofit/>
          </a:bodyPr>
          <a:lstStyle>
            <a:lvl1pPr algn="ctr">
              <a:defRPr lang="en-GB" sz="1600" dirty="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>
              <a:buNone/>
            </a:pPr>
            <a:r>
              <a:rPr lang="es-ES_tradnl" noProof="0"/>
              <a:t>Clic en el icono para agregar imagen</a:t>
            </a:r>
          </a:p>
        </p:txBody>
      </p:sp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F6EA1325-06AC-498C-8D11-25D5FF72D4C0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068257" y="1623426"/>
            <a:ext cx="2705099" cy="4015373"/>
          </a:xfrm>
          <a:prstGeom prst="rect">
            <a:avLst/>
          </a:prstGeom>
          <a:solidFill>
            <a:schemeClr val="bg2">
              <a:alpha val="40000"/>
            </a:schemeClr>
          </a:solidFill>
          <a:effectLst>
            <a:outerShdw blurRad="546100" dist="38100" dir="2700000" algn="tl" rotWithShape="0">
              <a:prstClr val="black">
                <a:alpha val="13000"/>
              </a:prstClr>
            </a:outerShdw>
          </a:effectLst>
        </p:spPr>
        <p:txBody>
          <a:bodyPr wrap="square">
            <a:noAutofit/>
          </a:bodyPr>
          <a:lstStyle>
            <a:lvl1pPr algn="ctr">
              <a:defRPr lang="en-GB" sz="1600" dirty="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>
              <a:buNone/>
            </a:pPr>
            <a:r>
              <a:rPr lang="es-ES_tradnl" noProof="0"/>
              <a:t>Clic en el icono para agregar imagen</a:t>
            </a:r>
          </a:p>
        </p:txBody>
      </p:sp>
      <p:pic>
        <p:nvPicPr>
          <p:cNvPr id="8" name="Gráfico 7">
            <a:extLst>
              <a:ext uri="{FF2B5EF4-FFF2-40B4-BE49-F238E27FC236}">
                <a16:creationId xmlns:a16="http://schemas.microsoft.com/office/drawing/2014/main" id="{8381F74A-DC90-5EB8-C3D8-DCD21F2CAB2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58020" y="6346810"/>
            <a:ext cx="1352262" cy="265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87179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7">
            <a:extLst>
              <a:ext uri="{FF2B5EF4-FFF2-40B4-BE49-F238E27FC236}">
                <a16:creationId xmlns:a16="http://schemas.microsoft.com/office/drawing/2014/main" id="{09F574D2-D61C-45F8-B2C3-843A2970BA83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743450" y="1893248"/>
            <a:ext cx="2705099" cy="4015373"/>
          </a:xfrm>
          <a:prstGeom prst="rect">
            <a:avLst/>
          </a:prstGeom>
          <a:solidFill>
            <a:schemeClr val="bg2">
              <a:alpha val="40000"/>
            </a:schemeClr>
          </a:solidFill>
          <a:effectLst>
            <a:outerShdw blurRad="546100" dist="38100" dir="2700000" algn="tl" rotWithShape="0">
              <a:prstClr val="black">
                <a:alpha val="13000"/>
              </a:prstClr>
            </a:outerShdw>
          </a:effectLst>
        </p:spPr>
        <p:txBody>
          <a:bodyPr wrap="square">
            <a:noAutofit/>
          </a:bodyPr>
          <a:lstStyle>
            <a:lvl1pPr algn="ctr">
              <a:defRPr lang="en-GB" sz="1600" dirty="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>
              <a:buNone/>
            </a:pPr>
            <a:r>
              <a:rPr lang="es-ES_tradnl" noProof="0"/>
              <a:t>Clic en el icono para agregar imagen</a:t>
            </a:r>
          </a:p>
        </p:txBody>
      </p:sp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F6EA1325-06AC-498C-8D11-25D5FF72D4C0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705852" y="1893249"/>
            <a:ext cx="2705099" cy="4015373"/>
          </a:xfrm>
          <a:prstGeom prst="rect">
            <a:avLst/>
          </a:prstGeom>
          <a:solidFill>
            <a:schemeClr val="bg2">
              <a:alpha val="40000"/>
            </a:schemeClr>
          </a:solidFill>
          <a:effectLst>
            <a:outerShdw blurRad="546100" dist="38100" dir="2700000" algn="tl" rotWithShape="0">
              <a:prstClr val="black">
                <a:alpha val="13000"/>
              </a:prstClr>
            </a:outerShdw>
          </a:effectLst>
        </p:spPr>
        <p:txBody>
          <a:bodyPr wrap="square">
            <a:noAutofit/>
          </a:bodyPr>
          <a:lstStyle>
            <a:lvl1pPr algn="ctr">
              <a:defRPr lang="en-GB" sz="1600" dirty="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>
              <a:buNone/>
            </a:pPr>
            <a:r>
              <a:rPr lang="es-ES_tradnl" noProof="0"/>
              <a:t>Clic en el icono para agregar imagen</a:t>
            </a:r>
          </a:p>
        </p:txBody>
      </p:sp>
      <p:sp>
        <p:nvSpPr>
          <p:cNvPr id="2" name="Picture Placeholder 6">
            <a:extLst>
              <a:ext uri="{FF2B5EF4-FFF2-40B4-BE49-F238E27FC236}">
                <a16:creationId xmlns:a16="http://schemas.microsoft.com/office/drawing/2014/main" id="{3D2C3F7A-0337-898E-2DA8-60F4C732ECD1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7781049" y="1893249"/>
            <a:ext cx="2705099" cy="4015373"/>
          </a:xfrm>
          <a:prstGeom prst="rect">
            <a:avLst/>
          </a:prstGeom>
          <a:solidFill>
            <a:schemeClr val="bg2">
              <a:alpha val="40000"/>
            </a:schemeClr>
          </a:solidFill>
          <a:effectLst>
            <a:outerShdw blurRad="546100" dist="38100" dir="2700000" algn="tl" rotWithShape="0">
              <a:prstClr val="black">
                <a:alpha val="13000"/>
              </a:prstClr>
            </a:outerShdw>
          </a:effectLst>
        </p:spPr>
        <p:txBody>
          <a:bodyPr wrap="square">
            <a:noAutofit/>
          </a:bodyPr>
          <a:lstStyle>
            <a:lvl1pPr algn="ctr">
              <a:defRPr lang="en-GB" sz="1600" dirty="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>
              <a:buNone/>
            </a:pPr>
            <a:r>
              <a:rPr lang="es-ES_tradnl" noProof="0"/>
              <a:t>Clic en el icono para agregar imagen</a:t>
            </a:r>
          </a:p>
        </p:txBody>
      </p:sp>
      <p:pic>
        <p:nvPicPr>
          <p:cNvPr id="14" name="Gráfico 13">
            <a:extLst>
              <a:ext uri="{FF2B5EF4-FFF2-40B4-BE49-F238E27FC236}">
                <a16:creationId xmlns:a16="http://schemas.microsoft.com/office/drawing/2014/main" id="{4BE5D01D-87DC-8549-82BB-AC9EC0155EF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58020" y="6346810"/>
            <a:ext cx="1352262" cy="265623"/>
          </a:xfrm>
          <a:prstGeom prst="rect">
            <a:avLst/>
          </a:prstGeom>
        </p:spPr>
      </p:pic>
      <p:pic>
        <p:nvPicPr>
          <p:cNvPr id="15" name="Gráfico 14">
            <a:extLst>
              <a:ext uri="{FF2B5EF4-FFF2-40B4-BE49-F238E27FC236}">
                <a16:creationId xmlns:a16="http://schemas.microsoft.com/office/drawing/2014/main" id="{16E1E523-6341-4E57-A5FC-B86E690A0E9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79226" y="4563771"/>
            <a:ext cx="193128" cy="2076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93894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seño personalizado">
    <p:bg>
      <p:bgPr>
        <a:solidFill>
          <a:srgbClr val="0030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A52B6ADE-740E-2279-DE62-2BF175F34A0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58020" y="6346810"/>
            <a:ext cx="1352262" cy="262725"/>
          </a:xfrm>
          <a:prstGeom prst="rect">
            <a:avLst/>
          </a:prstGeom>
          <a:solidFill>
            <a:srgbClr val="003057"/>
          </a:solidFill>
        </p:spPr>
      </p:pic>
      <p:pic>
        <p:nvPicPr>
          <p:cNvPr id="9" name="Gráfico 8">
            <a:extLst>
              <a:ext uri="{FF2B5EF4-FFF2-40B4-BE49-F238E27FC236}">
                <a16:creationId xmlns:a16="http://schemas.microsoft.com/office/drawing/2014/main" id="{2D575648-C884-FA75-A57B-F390A282ED9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58020" y="6343911"/>
            <a:ext cx="1352262" cy="265623"/>
          </a:xfrm>
          <a:prstGeom prst="rect">
            <a:avLst/>
          </a:prstGeom>
        </p:spPr>
      </p:pic>
      <p:pic>
        <p:nvPicPr>
          <p:cNvPr id="10" name="Gráfico 9">
            <a:extLst>
              <a:ext uri="{FF2B5EF4-FFF2-40B4-BE49-F238E27FC236}">
                <a16:creationId xmlns:a16="http://schemas.microsoft.com/office/drawing/2014/main" id="{E72391EA-C603-300C-40B1-DD310FAD020E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79226" y="4563771"/>
            <a:ext cx="193128" cy="2076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93128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seño personalizado">
    <p:bg>
      <p:bgPr>
        <a:solidFill>
          <a:srgbClr val="0030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áfico 4">
            <a:extLst>
              <a:ext uri="{FF2B5EF4-FFF2-40B4-BE49-F238E27FC236}">
                <a16:creationId xmlns:a16="http://schemas.microsoft.com/office/drawing/2014/main" id="{7DF035EC-D5EB-57EC-CC4C-7CE8AAB135F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9226" y="4563771"/>
            <a:ext cx="193128" cy="2076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1112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n 10">
            <a:extLst>
              <a:ext uri="{FF2B5EF4-FFF2-40B4-BE49-F238E27FC236}">
                <a16:creationId xmlns:a16="http://schemas.microsoft.com/office/drawing/2014/main" id="{1827015E-93DF-2C56-E4AA-A381DDD5788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17" t="4717" r="10745" b="10744"/>
          <a:stretch/>
        </p:blipFill>
        <p:spPr>
          <a:xfrm>
            <a:off x="10054442" y="0"/>
            <a:ext cx="213755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62630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920410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5" r:id="rId2"/>
    <p:sldLayoutId id="2147483650" r:id="rId3"/>
    <p:sldLayoutId id="2147483658" r:id="rId4"/>
    <p:sldLayoutId id="2147483663" r:id="rId5"/>
    <p:sldLayoutId id="2147483664" r:id="rId6"/>
    <p:sldLayoutId id="2147483662" r:id="rId7"/>
    <p:sldLayoutId id="2147483651" r:id="rId8"/>
    <p:sldLayoutId id="2147483652" r:id="rId9"/>
    <p:sldLayoutId id="2147483653" r:id="rId10"/>
    <p:sldLayoutId id="2147483654" r:id="rId11"/>
    <p:sldLayoutId id="2147483655" r:id="rId12"/>
    <p:sldLayoutId id="2147483656" r:id="rId13"/>
    <p:sldLayoutId id="2147483659" r:id="rId14"/>
    <p:sldLayoutId id="2147483661" r:id="rId15"/>
    <p:sldLayoutId id="2147483660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25" userDrawn="1">
          <p15:clr>
            <a:srgbClr val="F26B43"/>
          </p15:clr>
        </p15:guide>
        <p15:guide id="2" orient="horz" pos="323" userDrawn="1">
          <p15:clr>
            <a:srgbClr val="F26B43"/>
          </p15:clr>
        </p15:guide>
        <p15:guide id="3" pos="7355" userDrawn="1">
          <p15:clr>
            <a:srgbClr val="F26B43"/>
          </p15:clr>
        </p15:guide>
        <p15:guide id="4" orient="horz" pos="3997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5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7.jpeg"/><Relationship Id="rId5" Type="http://schemas.openxmlformats.org/officeDocument/2006/relationships/image" Target="../media/image26.svg"/><Relationship Id="rId4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1">
            <a:extLst>
              <a:ext uri="{FF2B5EF4-FFF2-40B4-BE49-F238E27FC236}">
                <a16:creationId xmlns:a16="http://schemas.microsoft.com/office/drawing/2014/main" id="{03B7F3C1-9E40-8B8A-8758-2F456146F9E2}"/>
              </a:ext>
            </a:extLst>
          </p:cNvPr>
          <p:cNvSpPr txBox="1">
            <a:spLocks/>
          </p:cNvSpPr>
          <p:nvPr/>
        </p:nvSpPr>
        <p:spPr>
          <a:xfrm>
            <a:off x="3243604" y="800383"/>
            <a:ext cx="5946508" cy="504178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s-ES_tradnl" sz="3600" err="1">
                <a:solidFill>
                  <a:srgbClr val="002060"/>
                </a:solidFill>
                <a:latin typeface="Poppins"/>
                <a:cs typeface="Poppins"/>
              </a:rPr>
              <a:t>Gender-Differentiated</a:t>
            </a:r>
            <a:r>
              <a:rPr lang="es-ES_tradnl" sz="3600">
                <a:solidFill>
                  <a:srgbClr val="002060"/>
                </a:solidFill>
                <a:ea typeface="+mn-lt"/>
                <a:cs typeface="+mn-lt"/>
              </a:rPr>
              <a:t> Price </a:t>
            </a:r>
            <a:r>
              <a:rPr lang="es-ES_tradnl" sz="3600" err="1">
                <a:solidFill>
                  <a:srgbClr val="002060"/>
                </a:solidFill>
                <a:ea typeface="+mn-lt"/>
                <a:cs typeface="+mn-lt"/>
              </a:rPr>
              <a:t>Index</a:t>
            </a:r>
            <a:r>
              <a:rPr lang="es-ES_tradnl" sz="3600">
                <a:solidFill>
                  <a:srgbClr val="002060"/>
                </a:solidFill>
                <a:ea typeface="+mn-lt"/>
                <a:cs typeface="+mn-lt"/>
              </a:rPr>
              <a:t> and </a:t>
            </a:r>
            <a:r>
              <a:rPr lang="es-ES_tradnl" sz="3600" err="1">
                <a:solidFill>
                  <a:srgbClr val="002060"/>
                </a:solidFill>
                <a:ea typeface="+mn-lt"/>
                <a:cs typeface="+mn-lt"/>
              </a:rPr>
              <a:t>Inflation</a:t>
            </a:r>
            <a:r>
              <a:rPr lang="es-ES_tradnl" sz="3600">
                <a:solidFill>
                  <a:srgbClr val="002060"/>
                </a:solidFill>
                <a:ea typeface="+mn-lt"/>
                <a:cs typeface="+mn-lt"/>
              </a:rPr>
              <a:t> </a:t>
            </a:r>
            <a:endParaRPr lang="es-ES_tradnl" sz="3600" noProof="0">
              <a:solidFill>
                <a:srgbClr val="002060"/>
              </a:solidFill>
              <a:latin typeface="Poppins"/>
              <a:cs typeface="Poppins"/>
            </a:endParaRPr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E0493733-4325-C755-F9F7-81E13CC53758}"/>
              </a:ext>
            </a:extLst>
          </p:cNvPr>
          <p:cNvSpPr txBox="1">
            <a:spLocks/>
          </p:cNvSpPr>
          <p:nvPr/>
        </p:nvSpPr>
        <p:spPr>
          <a:xfrm>
            <a:off x="3315491" y="1825929"/>
            <a:ext cx="7119024" cy="935483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s-ES" sz="4400" b="1" err="1">
                <a:solidFill>
                  <a:srgbClr val="002060"/>
                </a:solidFill>
                <a:latin typeface="Arial"/>
                <a:cs typeface="Arial"/>
              </a:rPr>
              <a:t>Forecast</a:t>
            </a:r>
            <a:r>
              <a:rPr lang="es-ES" sz="4400" b="1">
                <a:solidFill>
                  <a:srgbClr val="002060"/>
                </a:solidFill>
                <a:latin typeface="Arial"/>
                <a:cs typeface="Arial"/>
              </a:rPr>
              <a:t> </a:t>
            </a:r>
            <a:r>
              <a:rPr lang="es-ES" sz="4400" b="1" err="1">
                <a:solidFill>
                  <a:srgbClr val="002060"/>
                </a:solidFill>
                <a:latin typeface="Arial"/>
                <a:cs typeface="Arial"/>
              </a:rPr>
              <a:t>for</a:t>
            </a:r>
            <a:r>
              <a:rPr lang="es-ES" sz="4400" b="1">
                <a:solidFill>
                  <a:srgbClr val="002060"/>
                </a:solidFill>
                <a:latin typeface="Arial"/>
                <a:cs typeface="Arial"/>
              </a:rPr>
              <a:t> High </a:t>
            </a:r>
            <a:r>
              <a:rPr lang="es-ES" sz="4400" b="1" err="1">
                <a:solidFill>
                  <a:srgbClr val="002060"/>
                </a:solidFill>
                <a:latin typeface="Arial"/>
                <a:cs typeface="Arial"/>
              </a:rPr>
              <a:t>Female-Consumption</a:t>
            </a:r>
            <a:r>
              <a:rPr lang="es-ES" sz="4400" b="1">
                <a:solidFill>
                  <a:srgbClr val="002060"/>
                </a:solidFill>
                <a:latin typeface="Arial"/>
                <a:cs typeface="Arial"/>
              </a:rPr>
              <a:t> </a:t>
            </a:r>
            <a:r>
              <a:rPr lang="es-ES" sz="4400" b="1" err="1">
                <a:solidFill>
                  <a:srgbClr val="002060"/>
                </a:solidFill>
                <a:latin typeface="Arial"/>
                <a:cs typeface="Arial"/>
              </a:rPr>
              <a:t>Products</a:t>
            </a:r>
            <a:r>
              <a:rPr lang="es-ES" sz="4400" b="1">
                <a:solidFill>
                  <a:srgbClr val="002060"/>
                </a:solidFill>
                <a:latin typeface="Arial"/>
                <a:cs typeface="Arial"/>
              </a:rPr>
              <a:t> in </a:t>
            </a:r>
            <a:r>
              <a:rPr lang="es-ES" sz="4400" b="1" err="1">
                <a:solidFill>
                  <a:srgbClr val="002060"/>
                </a:solidFill>
                <a:latin typeface="Arial"/>
                <a:cs typeface="Arial"/>
              </a:rPr>
              <a:t>Mexico</a:t>
            </a:r>
            <a:endParaRPr lang="es-ES_tradnl" sz="4400" b="1">
              <a:solidFill>
                <a:srgbClr val="002060"/>
              </a:solidFill>
              <a:latin typeface="Arial"/>
              <a:cs typeface="Arial"/>
            </a:endParaRPr>
          </a:p>
          <a:p>
            <a:pPr marL="0" indent="0" algn="just">
              <a:buNone/>
            </a:pPr>
            <a:endParaRPr lang="es-ES_tradnl" sz="5400" b="1">
              <a:solidFill>
                <a:srgbClr val="002060"/>
              </a:solidFill>
              <a:latin typeface="Arial"/>
              <a:cs typeface="Arial"/>
            </a:endParaRPr>
          </a:p>
        </p:txBody>
      </p:sp>
      <p:sp>
        <p:nvSpPr>
          <p:cNvPr id="11" name="Text Placeholder 1">
            <a:extLst>
              <a:ext uri="{FF2B5EF4-FFF2-40B4-BE49-F238E27FC236}">
                <a16:creationId xmlns:a16="http://schemas.microsoft.com/office/drawing/2014/main" id="{D1EC4DF7-95B4-F6BE-8432-4ACD1F19C6F9}"/>
              </a:ext>
            </a:extLst>
          </p:cNvPr>
          <p:cNvSpPr txBox="1">
            <a:spLocks/>
          </p:cNvSpPr>
          <p:nvPr/>
        </p:nvSpPr>
        <p:spPr>
          <a:xfrm>
            <a:off x="3301114" y="4126472"/>
            <a:ext cx="2789585" cy="291869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_tradnl" sz="2000" err="1">
                <a:solidFill>
                  <a:srgbClr val="00BFB3"/>
                </a:solidFill>
                <a:ea typeface="+mn-lt"/>
                <a:cs typeface="+mn-lt"/>
              </a:rPr>
              <a:t>December</a:t>
            </a:r>
            <a:r>
              <a:rPr lang="es-ES_tradnl" sz="2000">
                <a:solidFill>
                  <a:srgbClr val="00BFB3"/>
                </a:solidFill>
                <a:ea typeface="+mn-lt"/>
                <a:cs typeface="+mn-lt"/>
              </a:rPr>
              <a:t> 2,</a:t>
            </a:r>
            <a:r>
              <a:rPr lang="es-ES_tradnl" sz="2000">
                <a:solidFill>
                  <a:srgbClr val="00BFB3"/>
                </a:solidFill>
                <a:latin typeface="Arial"/>
                <a:cs typeface="Arial"/>
              </a:rPr>
              <a:t> </a:t>
            </a:r>
            <a:r>
              <a:rPr lang="es-ES_tradnl" sz="2000" b="1" noProof="0">
                <a:solidFill>
                  <a:srgbClr val="00BFB3"/>
                </a:solidFill>
                <a:latin typeface="Arial"/>
                <a:cs typeface="Arial"/>
              </a:rPr>
              <a:t>2025</a:t>
            </a:r>
            <a:endParaRPr lang="en-US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D7BD64DD-DA11-145A-1DDC-AB27568B02EE}"/>
              </a:ext>
            </a:extLst>
          </p:cNvPr>
          <p:cNvSpPr/>
          <p:nvPr/>
        </p:nvSpPr>
        <p:spPr>
          <a:xfrm>
            <a:off x="3399145" y="3778532"/>
            <a:ext cx="1469408" cy="100312"/>
          </a:xfrm>
          <a:prstGeom prst="rect">
            <a:avLst/>
          </a:prstGeom>
          <a:solidFill>
            <a:srgbClr val="967D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9054E37-7305-2099-BC96-34F1D6AE9C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3508" y="4925504"/>
            <a:ext cx="2309362" cy="5582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D4F4156-71E7-2613-A9C0-E9BC1338917D}"/>
              </a:ext>
            </a:extLst>
          </p:cNvPr>
          <p:cNvSpPr txBox="1"/>
          <p:nvPr/>
        </p:nvSpPr>
        <p:spPr>
          <a:xfrm>
            <a:off x="5955327" y="4933408"/>
            <a:ext cx="2290227" cy="5375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1400" b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Arthur </a:t>
            </a:r>
            <a:r>
              <a:rPr lang="en-GB" sz="1400" b="1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Beltrao</a:t>
            </a:r>
            <a:endParaRPr lang="en-GB" sz="1400">
              <a:solidFill>
                <a:srgbClr val="002060"/>
              </a:solidFill>
              <a:latin typeface="Calibri"/>
              <a:ea typeface="Calibri"/>
              <a:cs typeface="Calibri"/>
            </a:endParaRPr>
          </a:p>
          <a:p>
            <a:r>
              <a:rPr lang="en-GB" sz="140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(Brazil/IBGE)</a:t>
            </a:r>
            <a:endParaRPr lang="en-US">
              <a:solidFill>
                <a:srgbClr val="00206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A2B5B4B-436A-08B2-CEB7-81EA7FBFD727}"/>
              </a:ext>
            </a:extLst>
          </p:cNvPr>
          <p:cNvSpPr txBox="1"/>
          <p:nvPr/>
        </p:nvSpPr>
        <p:spPr>
          <a:xfrm>
            <a:off x="5976470" y="5752352"/>
            <a:ext cx="1957294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1400" b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Itzel Sanchez</a:t>
            </a:r>
            <a:endParaRPr lang="en-US" sz="1400">
              <a:solidFill>
                <a:srgbClr val="002060"/>
              </a:solidFill>
              <a:latin typeface="Calibri"/>
              <a:ea typeface="Calibri"/>
              <a:cs typeface="Calibri"/>
            </a:endParaRPr>
          </a:p>
          <a:p>
            <a:r>
              <a:rPr lang="en-GB" sz="140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(Mexico/INEGI)</a:t>
            </a:r>
            <a:endParaRPr lang="en-US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7617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FD52F0-6DBF-DB9F-5821-549F708718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D1F50D30-8CC0-D30D-D267-BFB1495584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1999" y="4881035"/>
            <a:ext cx="2204822" cy="428954"/>
          </a:xfrm>
          <a:prstGeom prst="rect">
            <a:avLst/>
          </a:prstGeom>
        </p:spPr>
      </p:pic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D36B3636-F6A5-D529-D48F-7DC90F451F16}"/>
              </a:ext>
            </a:extLst>
          </p:cNvPr>
          <p:cNvSpPr txBox="1">
            <a:spLocks/>
          </p:cNvSpPr>
          <p:nvPr/>
        </p:nvSpPr>
        <p:spPr>
          <a:xfrm>
            <a:off x="1103969" y="3419560"/>
            <a:ext cx="6435335" cy="874855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_tradnl" sz="3000" b="1">
                <a:solidFill>
                  <a:schemeClr val="bg1"/>
                </a:solidFill>
                <a:latin typeface="Arial Black"/>
                <a:cs typeface="Arial Black" panose="020B0604020202020204" pitchFamily="34" charset="0"/>
              </a:rPr>
              <a:t>ANALYTICAL SCOPE</a:t>
            </a:r>
            <a:endParaRPr lang="es-ES_tradnl" sz="3000" b="1" noProof="0">
              <a:solidFill>
                <a:schemeClr val="bg1"/>
              </a:solidFill>
              <a:latin typeface="Arial Black" panose="020B0604020202020204" pitchFamily="34" charset="0"/>
              <a:cs typeface="Arial Black" panose="020B0604020202020204" pitchFamily="34" charset="0"/>
            </a:endParaRP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47162840-1D59-17C4-F74D-1908605B9E68}"/>
              </a:ext>
            </a:extLst>
          </p:cNvPr>
          <p:cNvSpPr txBox="1">
            <a:spLocks/>
          </p:cNvSpPr>
          <p:nvPr/>
        </p:nvSpPr>
        <p:spPr>
          <a:xfrm>
            <a:off x="934279" y="1768827"/>
            <a:ext cx="7090979" cy="676847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_tradnl" sz="4400" noProof="0">
                <a:solidFill>
                  <a:srgbClr val="00BFB3"/>
                </a:solidFill>
                <a:latin typeface="Arial"/>
                <a:cs typeface="Arial"/>
              </a:rPr>
              <a:t> </a:t>
            </a:r>
            <a:r>
              <a:rPr lang="es-ES_tradnl" sz="4400">
                <a:solidFill>
                  <a:srgbClr val="00BFB3"/>
                </a:solidFill>
                <a:ea typeface="+mn-lt"/>
                <a:cs typeface="+mn-lt"/>
              </a:rPr>
              <a:t>Project </a:t>
            </a:r>
            <a:r>
              <a:rPr lang="es-ES_tradnl" sz="4400" err="1">
                <a:solidFill>
                  <a:srgbClr val="00BFB3"/>
                </a:solidFill>
                <a:ea typeface="+mn-lt"/>
                <a:cs typeface="+mn-lt"/>
              </a:rPr>
              <a:t>Purpose</a:t>
            </a:r>
            <a:r>
              <a:rPr lang="es-ES_tradnl" sz="4400">
                <a:solidFill>
                  <a:srgbClr val="00BFB3"/>
                </a:solidFill>
                <a:ea typeface="+mn-lt"/>
                <a:cs typeface="+mn-lt"/>
              </a:rPr>
              <a:t> </a:t>
            </a:r>
            <a:r>
              <a:rPr lang="es-ES_tradnl" sz="4400">
                <a:solidFill>
                  <a:srgbClr val="00BFB3"/>
                </a:solidFill>
                <a:latin typeface="Arial"/>
                <a:cs typeface="Arial"/>
              </a:rPr>
              <a:t> </a:t>
            </a:r>
            <a:endParaRPr lang="es-ES_tradnl" sz="4400" noProof="0">
              <a:solidFill>
                <a:srgbClr val="00BFB3"/>
              </a:solidFill>
              <a:latin typeface="Arial"/>
              <a:cs typeface="Arial"/>
            </a:endParaRPr>
          </a:p>
          <a:p>
            <a:pPr marL="0" indent="0">
              <a:buNone/>
            </a:pPr>
            <a:endParaRPr lang="es-ES_tradnl" sz="4400" noProof="0">
              <a:solidFill>
                <a:srgbClr val="00BFB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51E3B106-CEAD-D90F-B86E-48992F5A5F5B}"/>
              </a:ext>
            </a:extLst>
          </p:cNvPr>
          <p:cNvSpPr txBox="1">
            <a:spLocks/>
          </p:cNvSpPr>
          <p:nvPr/>
        </p:nvSpPr>
        <p:spPr>
          <a:xfrm>
            <a:off x="1058643" y="567470"/>
            <a:ext cx="5687715" cy="576064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_tradnl" sz="1800" b="1">
                <a:solidFill>
                  <a:schemeClr val="bg1"/>
                </a:solidFill>
                <a:latin typeface="Arial"/>
                <a:cs typeface="Arial"/>
              </a:rPr>
              <a:t>G-CPI </a:t>
            </a:r>
            <a:r>
              <a:rPr lang="es-ES_tradnl" sz="1800" b="1" err="1">
                <a:solidFill>
                  <a:schemeClr val="bg1"/>
                </a:solidFill>
                <a:latin typeface="Arial"/>
                <a:cs typeface="Arial"/>
              </a:rPr>
              <a:t>Forecast</a:t>
            </a:r>
            <a:r>
              <a:rPr lang="es-ES_tradnl" sz="1800" b="1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s-ES_tradnl" sz="1800" b="1" err="1">
                <a:solidFill>
                  <a:schemeClr val="bg1"/>
                </a:solidFill>
                <a:latin typeface="Arial"/>
                <a:cs typeface="Arial"/>
              </a:rPr>
              <a:t>for</a:t>
            </a:r>
            <a:r>
              <a:rPr lang="es-ES_tradnl" sz="1800" b="1">
                <a:solidFill>
                  <a:schemeClr val="bg1"/>
                </a:solidFill>
                <a:latin typeface="Arial"/>
                <a:cs typeface="Arial"/>
              </a:rPr>
              <a:t> High </a:t>
            </a:r>
            <a:r>
              <a:rPr lang="es-ES_tradnl" sz="1800" b="1" err="1">
                <a:solidFill>
                  <a:schemeClr val="bg1"/>
                </a:solidFill>
                <a:latin typeface="Arial"/>
                <a:cs typeface="Arial"/>
              </a:rPr>
              <a:t>Female-Consumption</a:t>
            </a:r>
            <a:r>
              <a:rPr lang="es-ES_tradnl" sz="1800" b="1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s-ES_tradnl" sz="1800" b="1" err="1">
                <a:solidFill>
                  <a:schemeClr val="bg1"/>
                </a:solidFill>
                <a:latin typeface="Arial"/>
                <a:cs typeface="Arial"/>
              </a:rPr>
              <a:t>Products</a:t>
            </a:r>
            <a:r>
              <a:rPr lang="es-ES_tradnl" sz="1800" b="1">
                <a:solidFill>
                  <a:schemeClr val="bg1"/>
                </a:solidFill>
                <a:latin typeface="Arial"/>
                <a:cs typeface="Arial"/>
              </a:rPr>
              <a:t> in </a:t>
            </a:r>
            <a:r>
              <a:rPr lang="es-ES_tradnl" sz="1800" b="1" err="1">
                <a:solidFill>
                  <a:schemeClr val="bg1"/>
                </a:solidFill>
                <a:latin typeface="Arial"/>
                <a:cs typeface="Arial"/>
              </a:rPr>
              <a:t>Mexico</a:t>
            </a:r>
            <a:r>
              <a:rPr lang="es-ES_tradnl" sz="1800" b="1">
                <a:solidFill>
                  <a:schemeClr val="bg1"/>
                </a:solidFill>
                <a:latin typeface="Arial"/>
                <a:cs typeface="Arial"/>
              </a:rPr>
              <a:t> 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AB7132F6-54B6-BD18-DCFC-2FCDA5D14BE7}"/>
              </a:ext>
            </a:extLst>
          </p:cNvPr>
          <p:cNvSpPr/>
          <p:nvPr/>
        </p:nvSpPr>
        <p:spPr>
          <a:xfrm>
            <a:off x="1201999" y="2799165"/>
            <a:ext cx="1469408" cy="100312"/>
          </a:xfrm>
          <a:prstGeom prst="rect">
            <a:avLst/>
          </a:prstGeom>
          <a:solidFill>
            <a:srgbClr val="967D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52D1AA8-5AB0-59F4-2493-01AEF5A4EC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3244" y="4767353"/>
            <a:ext cx="2309362" cy="55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44937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FA763432-CFDF-6412-AF30-A14ADF71660C}"/>
              </a:ext>
            </a:extLst>
          </p:cNvPr>
          <p:cNvSpPr txBox="1"/>
          <p:nvPr/>
        </p:nvSpPr>
        <p:spPr>
          <a:xfrm>
            <a:off x="1964398" y="1105231"/>
            <a:ext cx="9922621" cy="465306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 algn="just">
              <a:buFont typeface="Wingdings"/>
              <a:buChar char="ü"/>
            </a:pPr>
            <a:r>
              <a:rPr lang="es-ES_tradnl" err="1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The</a:t>
            </a:r>
            <a:r>
              <a:rPr lang="es-ES_tradnl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 </a:t>
            </a:r>
            <a:r>
              <a:rPr lang="es-ES_tradnl" err="1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project</a:t>
            </a:r>
            <a:r>
              <a:rPr lang="es-ES_tradnl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 </a:t>
            </a:r>
            <a:r>
              <a:rPr lang="es-ES_tradnl" err="1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aims</a:t>
            </a:r>
            <a:r>
              <a:rPr lang="es-ES_tradnl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 </a:t>
            </a:r>
            <a:r>
              <a:rPr lang="es-ES_tradnl" err="1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to</a:t>
            </a:r>
            <a:r>
              <a:rPr lang="es-ES_tradnl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 </a:t>
            </a:r>
            <a:r>
              <a:rPr lang="es-ES_tradnl" err="1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evaluate</a:t>
            </a:r>
            <a:r>
              <a:rPr lang="es-ES_tradnl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 </a:t>
            </a:r>
            <a:r>
              <a:rPr lang="es-ES_tradnl" err="1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whether</a:t>
            </a:r>
            <a:r>
              <a:rPr lang="es-ES_tradnl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 </a:t>
            </a:r>
            <a:r>
              <a:rPr lang="es-ES_tradnl" b="1" err="1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inflation</a:t>
            </a:r>
            <a:r>
              <a:rPr lang="es-ES_tradnl" b="1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 </a:t>
            </a:r>
            <a:r>
              <a:rPr lang="es-ES_tradnl" b="1" err="1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affects</a:t>
            </a:r>
            <a:r>
              <a:rPr lang="es-ES_tradnl" b="1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 </a:t>
            </a:r>
            <a:r>
              <a:rPr lang="es-ES_tradnl" b="1" err="1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women</a:t>
            </a:r>
            <a:r>
              <a:rPr lang="es-ES_tradnl" b="1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 </a:t>
            </a:r>
            <a:r>
              <a:rPr lang="es-ES_tradnl" b="1" err="1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differently</a:t>
            </a:r>
            <a:r>
              <a:rPr lang="es-ES_tradnl" b="1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 </a:t>
            </a:r>
            <a:r>
              <a:rPr lang="es-ES_tradnl" b="1" err="1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than</a:t>
            </a:r>
            <a:r>
              <a:rPr lang="es-ES_tradnl" b="1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 </a:t>
            </a:r>
            <a:r>
              <a:rPr lang="es-ES_tradnl" b="1" err="1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men</a:t>
            </a:r>
            <a:r>
              <a:rPr lang="es-ES_tradnl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 </a:t>
            </a:r>
            <a:r>
              <a:rPr lang="es-ES_tradnl" err="1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by</a:t>
            </a:r>
            <a:r>
              <a:rPr lang="es-ES_tradnl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 </a:t>
            </a:r>
            <a:r>
              <a:rPr lang="es-ES_tradnl" err="1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constructing</a:t>
            </a:r>
            <a:r>
              <a:rPr lang="es-ES_tradnl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 a </a:t>
            </a:r>
            <a:r>
              <a:rPr lang="es-ES_tradnl" b="1" err="1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gender-differentiated</a:t>
            </a:r>
            <a:r>
              <a:rPr lang="es-ES_tradnl" b="1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 </a:t>
            </a:r>
            <a:r>
              <a:rPr lang="es-ES_tradnl" b="1" err="1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price</a:t>
            </a:r>
            <a:r>
              <a:rPr lang="es-ES_tradnl" b="1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 </a:t>
            </a:r>
            <a:r>
              <a:rPr lang="es-ES_tradnl" b="1" err="1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index</a:t>
            </a:r>
            <a:r>
              <a:rPr lang="es-ES_tradnl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 </a:t>
            </a:r>
            <a:r>
              <a:rPr lang="es-ES_tradnl" err="1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for</a:t>
            </a:r>
            <a:r>
              <a:rPr lang="es-ES_tradnl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 </a:t>
            </a:r>
            <a:r>
              <a:rPr lang="es-ES_tradnl" err="1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Mexico</a:t>
            </a:r>
            <a:r>
              <a:rPr lang="es-ES_tradnl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.</a:t>
            </a:r>
            <a:endParaRPr lang="en-US">
              <a:solidFill>
                <a:schemeClr val="tx1">
                  <a:lumMod val="75000"/>
                  <a:lumOff val="25000"/>
                </a:schemeClr>
              </a:solidFill>
              <a:ea typeface="+mn-lt"/>
              <a:cs typeface="+mn-lt"/>
            </a:endParaRPr>
          </a:p>
          <a:p>
            <a:pPr marL="285750" indent="-285750" algn="just">
              <a:buFont typeface="Wingdings"/>
              <a:buChar char="ü"/>
            </a:pPr>
            <a:endParaRPr lang="es-ES_tradnl">
              <a:solidFill>
                <a:schemeClr val="tx1">
                  <a:lumMod val="75000"/>
                  <a:lumOff val="25000"/>
                </a:schemeClr>
              </a:solidFill>
              <a:ea typeface="+mn-lt"/>
              <a:cs typeface="+mn-lt"/>
            </a:endParaRPr>
          </a:p>
          <a:p>
            <a:pPr marL="285750" indent="-285750" algn="just">
              <a:buFont typeface="Wingdings"/>
              <a:buChar char="ü"/>
            </a:pPr>
            <a:r>
              <a:rPr lang="es-ES_tradnl" err="1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Consumption</a:t>
            </a:r>
            <a:r>
              <a:rPr lang="es-ES_tradnl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 </a:t>
            </a:r>
            <a:r>
              <a:rPr lang="es-ES_tradnl" err="1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patterns</a:t>
            </a:r>
            <a:r>
              <a:rPr lang="es-ES_tradnl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 </a:t>
            </a:r>
            <a:r>
              <a:rPr lang="es-ES_tradnl" err="1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will</a:t>
            </a:r>
            <a:r>
              <a:rPr lang="es-ES_tradnl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 be </a:t>
            </a:r>
            <a:r>
              <a:rPr lang="es-ES_tradnl" err="1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analyzed</a:t>
            </a:r>
            <a:r>
              <a:rPr lang="es-ES_tradnl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 </a:t>
            </a:r>
            <a:r>
              <a:rPr lang="es-ES_tradnl" err="1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using</a:t>
            </a:r>
            <a:r>
              <a:rPr lang="es-ES_tradnl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 </a:t>
            </a:r>
            <a:r>
              <a:rPr lang="es-ES_tradnl" b="1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ENIGH </a:t>
            </a:r>
            <a:r>
              <a:rPr lang="es-ES_tradnl" b="1" err="1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expenditure</a:t>
            </a:r>
            <a:r>
              <a:rPr lang="es-ES_tradnl" b="1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 </a:t>
            </a:r>
            <a:r>
              <a:rPr lang="es-ES_tradnl" b="1" err="1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microdata</a:t>
            </a:r>
            <a:r>
              <a:rPr lang="es-ES_tradnl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, </a:t>
            </a:r>
            <a:r>
              <a:rPr lang="es-ES_tradnl" err="1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distinguishing</a:t>
            </a:r>
            <a:r>
              <a:rPr lang="es-ES_tradnl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 </a:t>
            </a:r>
            <a:r>
              <a:rPr lang="es-ES_tradnl" b="1" err="1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female-headed</a:t>
            </a:r>
            <a:r>
              <a:rPr lang="es-ES_tradnl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 and </a:t>
            </a:r>
            <a:r>
              <a:rPr lang="es-ES_tradnl" b="1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male-</a:t>
            </a:r>
            <a:r>
              <a:rPr lang="es-ES_tradnl" b="1" err="1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headed</a:t>
            </a:r>
            <a:r>
              <a:rPr lang="es-ES_tradnl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 </a:t>
            </a:r>
            <a:r>
              <a:rPr lang="es-ES_tradnl" err="1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households</a:t>
            </a:r>
            <a:r>
              <a:rPr lang="es-ES_tradnl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.</a:t>
            </a:r>
          </a:p>
          <a:p>
            <a:pPr marL="285750" indent="-285750" algn="just">
              <a:buFont typeface="Wingdings"/>
              <a:buChar char="ü"/>
            </a:pPr>
            <a:endParaRPr lang="es-ES_tradnl">
              <a:solidFill>
                <a:schemeClr val="tx1">
                  <a:lumMod val="75000"/>
                  <a:lumOff val="25000"/>
                </a:schemeClr>
              </a:solidFill>
              <a:ea typeface="+mn-lt"/>
              <a:cs typeface="+mn-lt"/>
            </a:endParaRPr>
          </a:p>
          <a:p>
            <a:pPr marL="285750" indent="-285750" algn="just">
              <a:buFont typeface="Wingdings"/>
              <a:buChar char="ü"/>
            </a:pPr>
            <a:r>
              <a:rPr lang="es-ES_tradnl" err="1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Products</a:t>
            </a:r>
            <a:r>
              <a:rPr lang="es-ES_tradnl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 </a:t>
            </a:r>
            <a:r>
              <a:rPr lang="es-ES_tradnl" err="1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with</a:t>
            </a:r>
            <a:r>
              <a:rPr lang="es-ES_tradnl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 </a:t>
            </a:r>
            <a:r>
              <a:rPr lang="es-ES_tradnl" b="1" err="1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high</a:t>
            </a:r>
            <a:r>
              <a:rPr lang="es-ES_tradnl" b="1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 </a:t>
            </a:r>
            <a:r>
              <a:rPr lang="es-ES_tradnl" b="1" err="1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female-consumption</a:t>
            </a:r>
            <a:r>
              <a:rPr lang="es-ES_tradnl" b="1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 </a:t>
            </a:r>
            <a:r>
              <a:rPr lang="es-ES_tradnl" b="1" err="1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intensity</a:t>
            </a:r>
            <a:r>
              <a:rPr lang="es-ES_tradnl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 (</a:t>
            </a:r>
            <a:r>
              <a:rPr lang="es-ES_tradnl" err="1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e.g</a:t>
            </a:r>
            <a:r>
              <a:rPr lang="es-ES_tradnl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., personal care, </a:t>
            </a:r>
            <a:r>
              <a:rPr lang="es-ES_tradnl" err="1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childcare</a:t>
            </a:r>
            <a:r>
              <a:rPr lang="es-ES_tradnl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, </a:t>
            </a:r>
            <a:r>
              <a:rPr lang="es-ES_tradnl" err="1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healthcare</a:t>
            </a:r>
            <a:r>
              <a:rPr lang="es-ES_tradnl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, </a:t>
            </a:r>
            <a:r>
              <a:rPr lang="es-ES_tradnl" err="1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education</a:t>
            </a:r>
            <a:r>
              <a:rPr lang="es-ES_tradnl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) </a:t>
            </a:r>
            <a:r>
              <a:rPr lang="es-ES_tradnl" err="1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will</a:t>
            </a:r>
            <a:r>
              <a:rPr lang="es-ES_tradnl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 be </a:t>
            </a:r>
            <a:r>
              <a:rPr lang="es-ES_tradnl" err="1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identified</a:t>
            </a:r>
            <a:r>
              <a:rPr lang="es-ES_tradnl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 and </a:t>
            </a:r>
            <a:r>
              <a:rPr lang="es-ES_tradnl" err="1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grouped</a:t>
            </a:r>
            <a:r>
              <a:rPr lang="es-ES_tradnl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 </a:t>
            </a:r>
            <a:r>
              <a:rPr lang="es-ES_tradnl" err="1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for</a:t>
            </a:r>
            <a:r>
              <a:rPr lang="es-ES_tradnl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 </a:t>
            </a:r>
            <a:r>
              <a:rPr lang="es-ES_tradnl" err="1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focused</a:t>
            </a:r>
            <a:r>
              <a:rPr lang="es-ES_tradnl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 </a:t>
            </a:r>
            <a:r>
              <a:rPr lang="es-ES_tradnl" err="1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measurement</a:t>
            </a:r>
            <a:r>
              <a:rPr lang="es-ES_tradnl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.</a:t>
            </a:r>
            <a:endParaRPr lang="es-ES_tradnl">
              <a:solidFill>
                <a:schemeClr val="tx1">
                  <a:lumMod val="75000"/>
                  <a:lumOff val="25000"/>
                </a:schemeClr>
              </a:solidFill>
              <a:cs typeface="Poppins" panose="020F0502020204030204"/>
            </a:endParaRPr>
          </a:p>
          <a:p>
            <a:pPr marL="285750" indent="-285750" algn="just">
              <a:buFont typeface="Wingdings"/>
              <a:buChar char="ü"/>
            </a:pPr>
            <a:endParaRPr lang="es-ES_tradnl">
              <a:solidFill>
                <a:schemeClr val="tx1">
                  <a:lumMod val="75000"/>
                  <a:lumOff val="25000"/>
                </a:schemeClr>
              </a:solidFill>
              <a:ea typeface="+mn-lt"/>
              <a:cs typeface="+mn-lt"/>
            </a:endParaRPr>
          </a:p>
          <a:p>
            <a:pPr marL="285750" indent="-285750" algn="just">
              <a:buFont typeface="Wingdings"/>
              <a:buChar char="ü"/>
            </a:pPr>
            <a:r>
              <a:rPr lang="es-ES_tradnl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Price </a:t>
            </a:r>
            <a:r>
              <a:rPr lang="es-ES_tradnl" err="1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dynamics</a:t>
            </a:r>
            <a:r>
              <a:rPr lang="es-ES_tradnl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 </a:t>
            </a:r>
            <a:r>
              <a:rPr lang="es-ES_tradnl" err="1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from</a:t>
            </a:r>
            <a:r>
              <a:rPr lang="es-ES_tradnl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 </a:t>
            </a:r>
            <a:r>
              <a:rPr lang="es-ES_tradnl" err="1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the</a:t>
            </a:r>
            <a:r>
              <a:rPr lang="es-ES_tradnl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 CPI (INPC in </a:t>
            </a:r>
            <a:r>
              <a:rPr lang="es-ES_tradnl" err="1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Spanish</a:t>
            </a:r>
            <a:r>
              <a:rPr lang="es-ES_tradnl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) </a:t>
            </a:r>
            <a:r>
              <a:rPr lang="es-ES_tradnl" err="1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will</a:t>
            </a:r>
            <a:r>
              <a:rPr lang="es-ES_tradnl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 be </a:t>
            </a:r>
            <a:r>
              <a:rPr lang="es-ES_tradnl" err="1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combined</a:t>
            </a:r>
            <a:r>
              <a:rPr lang="es-ES_tradnl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 </a:t>
            </a:r>
            <a:r>
              <a:rPr lang="es-ES_tradnl" err="1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with</a:t>
            </a:r>
            <a:r>
              <a:rPr lang="es-ES_tradnl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 </a:t>
            </a:r>
            <a:r>
              <a:rPr lang="es-ES_tradnl" err="1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gender-specific</a:t>
            </a:r>
            <a:r>
              <a:rPr lang="es-ES_tradnl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 </a:t>
            </a:r>
            <a:r>
              <a:rPr lang="es-ES_tradnl" err="1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expenditure</a:t>
            </a:r>
            <a:r>
              <a:rPr lang="es-ES_tradnl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 </a:t>
            </a:r>
            <a:r>
              <a:rPr lang="es-ES_tradnl" err="1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weights</a:t>
            </a:r>
            <a:r>
              <a:rPr lang="es-ES_tradnl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 </a:t>
            </a:r>
            <a:r>
              <a:rPr lang="es-ES_tradnl" err="1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to</a:t>
            </a:r>
            <a:r>
              <a:rPr lang="es-ES_tradnl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 compute a </a:t>
            </a:r>
            <a:r>
              <a:rPr lang="es-ES_tradnl" b="1" err="1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gender</a:t>
            </a:r>
            <a:r>
              <a:rPr lang="es-ES_tradnl" b="1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-sensitive </a:t>
            </a:r>
            <a:r>
              <a:rPr lang="es-ES_tradnl" b="1" err="1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inflation</a:t>
            </a:r>
            <a:r>
              <a:rPr lang="es-ES_tradnl" b="1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 series</a:t>
            </a:r>
            <a:r>
              <a:rPr lang="es-ES_tradnl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.</a:t>
            </a:r>
          </a:p>
          <a:p>
            <a:pPr marL="285750" indent="-285750" algn="just">
              <a:buFont typeface="Wingdings"/>
              <a:buChar char="ü"/>
            </a:pPr>
            <a:endParaRPr lang="es-ES_tradnl">
              <a:solidFill>
                <a:schemeClr val="tx1">
                  <a:lumMod val="75000"/>
                  <a:lumOff val="25000"/>
                </a:schemeClr>
              </a:solidFill>
              <a:ea typeface="+mn-lt"/>
              <a:cs typeface="+mn-lt"/>
            </a:endParaRPr>
          </a:p>
          <a:p>
            <a:pPr marL="285750" indent="-285750" algn="just">
              <a:buFont typeface="Wingdings"/>
              <a:buChar char="ü"/>
            </a:pPr>
            <a:r>
              <a:rPr lang="es-ES_tradnl" err="1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The</a:t>
            </a:r>
            <a:r>
              <a:rPr lang="es-ES_tradnl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 </a:t>
            </a:r>
            <a:r>
              <a:rPr lang="es-ES_tradnl" err="1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study</a:t>
            </a:r>
            <a:r>
              <a:rPr lang="es-ES_tradnl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 </a:t>
            </a:r>
            <a:r>
              <a:rPr lang="es-ES_tradnl" err="1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will</a:t>
            </a:r>
            <a:r>
              <a:rPr lang="es-ES_tradnl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 </a:t>
            </a:r>
            <a:r>
              <a:rPr lang="es-ES_tradnl" err="1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also</a:t>
            </a:r>
            <a:r>
              <a:rPr lang="es-ES_tradnl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 produce a </a:t>
            </a:r>
            <a:r>
              <a:rPr lang="es-ES_tradnl" b="1" err="1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forecast</a:t>
            </a:r>
            <a:r>
              <a:rPr lang="es-ES_tradnl" b="1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 </a:t>
            </a:r>
            <a:r>
              <a:rPr lang="es-ES_tradnl" b="1" err="1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for</a:t>
            </a:r>
            <a:r>
              <a:rPr lang="es-ES_tradnl" b="1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 </a:t>
            </a:r>
            <a:r>
              <a:rPr lang="es-ES_tradnl" b="1" err="1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female-consumption</a:t>
            </a:r>
            <a:r>
              <a:rPr lang="es-ES_tradnl" b="1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 </a:t>
            </a:r>
            <a:r>
              <a:rPr lang="es-ES_tradnl" b="1" err="1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product</a:t>
            </a:r>
            <a:r>
              <a:rPr lang="es-ES_tradnl" b="1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 </a:t>
            </a:r>
            <a:r>
              <a:rPr lang="es-ES_tradnl" b="1" err="1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inflation</a:t>
            </a:r>
            <a:r>
              <a:rPr lang="es-ES_tradnl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, </a:t>
            </a:r>
            <a:r>
              <a:rPr lang="es-ES_tradnl" err="1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generating</a:t>
            </a:r>
            <a:r>
              <a:rPr lang="es-ES_tradnl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 </a:t>
            </a:r>
            <a:r>
              <a:rPr lang="es-ES_tradnl" err="1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insights</a:t>
            </a:r>
            <a:r>
              <a:rPr lang="es-ES_tradnl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 </a:t>
            </a:r>
            <a:r>
              <a:rPr lang="es-ES_tradnl" err="1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relevant</a:t>
            </a:r>
            <a:r>
              <a:rPr lang="es-ES_tradnl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 </a:t>
            </a:r>
            <a:r>
              <a:rPr lang="es-ES_tradnl" err="1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to</a:t>
            </a:r>
            <a:r>
              <a:rPr lang="es-ES_tradnl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 </a:t>
            </a:r>
            <a:r>
              <a:rPr lang="es-ES_tradnl" b="1" err="1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economic</a:t>
            </a:r>
            <a:r>
              <a:rPr lang="es-ES_tradnl" b="1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 </a:t>
            </a:r>
            <a:r>
              <a:rPr lang="es-ES_tradnl" b="1" err="1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vulnerability</a:t>
            </a:r>
            <a:r>
              <a:rPr lang="es-ES_tradnl" b="1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 and </a:t>
            </a:r>
            <a:r>
              <a:rPr lang="es-ES_tradnl" b="1" err="1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public</a:t>
            </a:r>
            <a:r>
              <a:rPr lang="es-ES_tradnl" b="1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 </a:t>
            </a:r>
            <a:r>
              <a:rPr lang="es-ES_tradnl" b="1" err="1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policy</a:t>
            </a:r>
            <a:r>
              <a:rPr lang="es-ES_tradnl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.</a:t>
            </a:r>
          </a:p>
          <a:p>
            <a:pPr marL="285750" indent="-285750" algn="just">
              <a:lnSpc>
                <a:spcPct val="130000"/>
              </a:lnSpc>
              <a:buFont typeface="Wingdings"/>
              <a:buChar char="ü"/>
            </a:pPr>
            <a:endParaRPr lang="es-ES_tradnl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30000"/>
              </a:lnSpc>
              <a:buFont typeface="Wingdings"/>
              <a:buChar char="ü"/>
            </a:pPr>
            <a:endParaRPr lang="es-ES_tradnl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CF19D5A-4E26-D53D-149A-634F095CFF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73" y="1824694"/>
            <a:ext cx="1857375" cy="2105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96444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3">
            <a:extLst>
              <a:ext uri="{FF2B5EF4-FFF2-40B4-BE49-F238E27FC236}">
                <a16:creationId xmlns:a16="http://schemas.microsoft.com/office/drawing/2014/main" id="{15F974E7-6D0D-C944-60DF-E224FC82B106}"/>
              </a:ext>
            </a:extLst>
          </p:cNvPr>
          <p:cNvSpPr txBox="1"/>
          <p:nvPr/>
        </p:nvSpPr>
        <p:spPr>
          <a:xfrm>
            <a:off x="1256764" y="2236822"/>
            <a:ext cx="7129574" cy="369331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85750" indent="-285750">
              <a:buFont typeface="Wingdings"/>
              <a:buChar char="Ø"/>
            </a:pPr>
            <a:r>
              <a:rPr lang="es-ES_tradnl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+mn-lt"/>
                <a:cs typeface="+mn-lt"/>
              </a:rPr>
              <a:t>Identify and </a:t>
            </a:r>
            <a:r>
              <a:rPr lang="es-ES_tradnl" err="1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+mn-lt"/>
                <a:cs typeface="+mn-lt"/>
              </a:rPr>
              <a:t>classify</a:t>
            </a:r>
            <a:r>
              <a:rPr lang="es-ES_tradnl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+mn-lt"/>
                <a:cs typeface="+mn-lt"/>
              </a:rPr>
              <a:t> </a:t>
            </a:r>
            <a:r>
              <a:rPr lang="es-ES_tradnl" b="1" err="1">
                <a:solidFill>
                  <a:srgbClr val="00BFB3"/>
                </a:solidFill>
                <a:latin typeface="Arial"/>
                <a:cs typeface="Arial"/>
              </a:rPr>
              <a:t>high</a:t>
            </a:r>
            <a:r>
              <a:rPr lang="es-ES_tradnl" b="1">
                <a:solidFill>
                  <a:srgbClr val="00BFB3"/>
                </a:solidFill>
                <a:latin typeface="Arial"/>
                <a:cs typeface="Arial"/>
              </a:rPr>
              <a:t> </a:t>
            </a:r>
            <a:r>
              <a:rPr lang="es-ES_tradnl" b="1" err="1">
                <a:solidFill>
                  <a:srgbClr val="00BFB3"/>
                </a:solidFill>
                <a:latin typeface="Arial"/>
                <a:cs typeface="Arial"/>
              </a:rPr>
              <a:t>female-consumption</a:t>
            </a:r>
            <a:r>
              <a:rPr lang="es-ES_tradnl" b="1">
                <a:solidFill>
                  <a:srgbClr val="00BFB3"/>
                </a:solidFill>
                <a:latin typeface="Arial"/>
                <a:cs typeface="Arial"/>
              </a:rPr>
              <a:t> </a:t>
            </a:r>
            <a:r>
              <a:rPr lang="es-ES_tradnl" b="1" err="1">
                <a:solidFill>
                  <a:srgbClr val="00BFB3"/>
                </a:solidFill>
                <a:latin typeface="Arial"/>
                <a:cs typeface="Arial"/>
              </a:rPr>
              <a:t>products</a:t>
            </a:r>
            <a:r>
              <a:rPr lang="es-ES_tradnl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+mn-lt"/>
                <a:cs typeface="+mn-lt"/>
              </a:rPr>
              <a:t> </a:t>
            </a:r>
            <a:r>
              <a:rPr lang="es-ES_tradnl" err="1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+mn-lt"/>
                <a:cs typeface="+mn-lt"/>
              </a:rPr>
              <a:t>using</a:t>
            </a:r>
            <a:r>
              <a:rPr lang="es-ES_tradnl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+mn-lt"/>
                <a:cs typeface="+mn-lt"/>
              </a:rPr>
              <a:t> ENIGH.</a:t>
            </a:r>
            <a:endParaRPr lang="en-US">
              <a:solidFill>
                <a:schemeClr val="tx1">
                  <a:lumMod val="75000"/>
                  <a:lumOff val="25000"/>
                </a:schemeClr>
              </a:solidFill>
              <a:latin typeface="Arial"/>
              <a:cs typeface="Poppins" panose="020F0502020204030204"/>
            </a:endParaRPr>
          </a:p>
          <a:p>
            <a:pPr marL="285750" indent="-285750">
              <a:buFont typeface="Wingdings"/>
              <a:buChar char="Ø"/>
            </a:pPr>
            <a:endParaRPr lang="es-ES_tradnl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+mn-lt"/>
              <a:cs typeface="+mn-lt"/>
            </a:endParaRPr>
          </a:p>
          <a:p>
            <a:pPr marL="285750" indent="-285750">
              <a:buFont typeface="Wingdings"/>
              <a:buChar char="Ø"/>
            </a:pPr>
            <a:r>
              <a:rPr lang="es-ES_tradnl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+mn-lt"/>
                <a:cs typeface="+mn-lt"/>
              </a:rPr>
              <a:t>Compute </a:t>
            </a:r>
            <a:r>
              <a:rPr lang="es-ES_tradnl" b="1">
                <a:solidFill>
                  <a:srgbClr val="00BFB3"/>
                </a:solidFill>
                <a:latin typeface="Arial"/>
                <a:cs typeface="Arial"/>
              </a:rPr>
              <a:t>gender-specific expenditure weights</a:t>
            </a:r>
            <a:r>
              <a:rPr lang="es-ES_tradnl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+mn-lt"/>
                <a:cs typeface="+mn-lt"/>
              </a:rPr>
              <a:t> for consumption baskets.</a:t>
            </a:r>
            <a:endParaRPr lang="es-ES_tradnl">
              <a:solidFill>
                <a:schemeClr val="tx1">
                  <a:lumMod val="75000"/>
                  <a:lumOff val="25000"/>
                </a:schemeClr>
              </a:solidFill>
              <a:latin typeface="Arial"/>
              <a:cs typeface="Poppins" panose="020F0502020204030204"/>
            </a:endParaRPr>
          </a:p>
          <a:p>
            <a:pPr marL="285750" indent="-285750">
              <a:buFont typeface="Wingdings"/>
              <a:buChar char="Ø"/>
            </a:pPr>
            <a:endParaRPr lang="es-ES_tradnl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+mn-lt"/>
              <a:cs typeface="+mn-lt"/>
            </a:endParaRPr>
          </a:p>
          <a:p>
            <a:pPr marL="285750" indent="-285750">
              <a:buFont typeface="Wingdings"/>
              <a:buChar char="Ø"/>
            </a:pPr>
            <a:r>
              <a:rPr lang="es-ES_tradnl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+mn-lt"/>
                <a:cs typeface="+mn-lt"/>
              </a:rPr>
              <a:t>Replicate </a:t>
            </a:r>
            <a:r>
              <a:rPr lang="es-ES_tradnl" b="1">
                <a:solidFill>
                  <a:srgbClr val="00BFB3"/>
                </a:solidFill>
                <a:latin typeface="Arial"/>
                <a:cs typeface="Arial"/>
              </a:rPr>
              <a:t>2022 inflation behaviour</a:t>
            </a:r>
            <a:r>
              <a:rPr lang="es-ES_tradnl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+mn-lt"/>
                <a:cs typeface="+mn-lt"/>
              </a:rPr>
              <a:t> of those product groups using INPC.</a:t>
            </a:r>
            <a:endParaRPr lang="es-ES_tradnl">
              <a:solidFill>
                <a:schemeClr val="tx1">
                  <a:lumMod val="75000"/>
                  <a:lumOff val="25000"/>
                </a:schemeClr>
              </a:solidFill>
              <a:latin typeface="Arial"/>
              <a:cs typeface="Poppins" panose="020F0502020204030204"/>
            </a:endParaRPr>
          </a:p>
          <a:p>
            <a:pPr marL="285750" indent="-285750">
              <a:buFont typeface="Wingdings"/>
              <a:buChar char="Ø"/>
            </a:pPr>
            <a:endParaRPr lang="es-ES_tradnl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+mn-lt"/>
              <a:cs typeface="+mn-lt"/>
            </a:endParaRPr>
          </a:p>
          <a:p>
            <a:pPr marL="285750" indent="-285750">
              <a:buFont typeface="Wingdings"/>
              <a:buChar char="Ø"/>
            </a:pPr>
            <a:r>
              <a:rPr lang="es-ES_tradnl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+mn-lt"/>
                <a:cs typeface="+mn-lt"/>
              </a:rPr>
              <a:t>Train forecasting models to predict </a:t>
            </a:r>
            <a:r>
              <a:rPr lang="es-ES_tradnl" b="1">
                <a:solidFill>
                  <a:srgbClr val="00BFB3"/>
                </a:solidFill>
                <a:latin typeface="Arial"/>
                <a:cs typeface="Arial"/>
              </a:rPr>
              <a:t>future inflation pressures.</a:t>
            </a:r>
          </a:p>
          <a:p>
            <a:pPr marL="285750" indent="-285750">
              <a:buFont typeface="Wingdings"/>
              <a:buChar char="Ø"/>
            </a:pPr>
            <a:endParaRPr lang="es-ES_tradnl" b="1">
              <a:solidFill>
                <a:srgbClr val="00BFB3"/>
              </a:solidFill>
              <a:latin typeface="Arial"/>
              <a:cs typeface="Arial"/>
            </a:endParaRPr>
          </a:p>
          <a:p>
            <a:pPr marL="285750" indent="-285750">
              <a:buFont typeface="Wingdings"/>
              <a:buChar char="Ø"/>
            </a:pPr>
            <a:r>
              <a:rPr lang="es-ES_tradnl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cs typeface="Poppins"/>
              </a:rPr>
              <a:t>Deliver a </a:t>
            </a:r>
            <a:r>
              <a:rPr lang="es-ES_tradnl" b="1">
                <a:solidFill>
                  <a:srgbClr val="00BFB3"/>
                </a:solidFill>
                <a:latin typeface="Arial"/>
                <a:cs typeface="Arial"/>
              </a:rPr>
              <a:t>complete analytical report and presentation</a:t>
            </a:r>
            <a:r>
              <a:rPr lang="es-ES_tradnl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+mn-lt"/>
                <a:cs typeface="+mn-lt"/>
              </a:rPr>
              <a:t> summarising findings.</a:t>
            </a:r>
            <a:endParaRPr lang="es-ES_tradnl" noProof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Placeholder 1">
            <a:extLst>
              <a:ext uri="{FF2B5EF4-FFF2-40B4-BE49-F238E27FC236}">
                <a16:creationId xmlns:a16="http://schemas.microsoft.com/office/drawing/2014/main" id="{D2470146-7A75-3C9F-9187-8958C4B8ECD7}"/>
              </a:ext>
            </a:extLst>
          </p:cNvPr>
          <p:cNvSpPr txBox="1">
            <a:spLocks/>
          </p:cNvSpPr>
          <p:nvPr/>
        </p:nvSpPr>
        <p:spPr>
          <a:xfrm>
            <a:off x="955267" y="1182295"/>
            <a:ext cx="6361305" cy="785653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70000"/>
              </a:lnSpc>
              <a:buNone/>
            </a:pPr>
            <a:r>
              <a:rPr lang="es-MX" b="1">
                <a:solidFill>
                  <a:srgbClr val="003057"/>
                </a:solidFill>
                <a:latin typeface="Arial"/>
                <a:cs typeface="Arial"/>
              </a:rPr>
              <a:t>GOALS SET WITH THE MENTOR (16-WEEK PROGRAMME)</a:t>
            </a:r>
            <a:r>
              <a:rPr lang="es-MX" altLang="ko-KR" b="1">
                <a:solidFill>
                  <a:srgbClr val="003057"/>
                </a:solidFill>
                <a:latin typeface="Arial"/>
                <a:ea typeface="맑은 고딕"/>
                <a:cs typeface="Arial"/>
              </a:rPr>
              <a:t> </a:t>
            </a:r>
          </a:p>
          <a:p>
            <a:pPr marL="0" indent="0">
              <a:lnSpc>
                <a:spcPct val="70000"/>
              </a:lnSpc>
              <a:buNone/>
            </a:pPr>
            <a:endParaRPr lang="es-MX" altLang="ko-KR" b="1">
              <a:solidFill>
                <a:srgbClr val="003057"/>
              </a:solidFill>
              <a:latin typeface="Arial" panose="020B0604020202020204" pitchFamily="34" charset="0"/>
              <a:ea typeface="맑은 고딕"/>
              <a:cs typeface="Arial" panose="020B0604020202020204" pitchFamily="34" charset="0"/>
            </a:endParaRP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0366C4E7-81AC-D0AD-19F8-B991E9E3A52A}"/>
              </a:ext>
            </a:extLst>
          </p:cNvPr>
          <p:cNvSpPr/>
          <p:nvPr/>
        </p:nvSpPr>
        <p:spPr>
          <a:xfrm>
            <a:off x="1054186" y="2055271"/>
            <a:ext cx="1201762" cy="82041"/>
          </a:xfrm>
          <a:prstGeom prst="rect">
            <a:avLst/>
          </a:prstGeom>
          <a:solidFill>
            <a:srgbClr val="967D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170895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8CC92E-E9F8-9092-62B5-931A0342BC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8D5996E1-7B81-CA6D-BB16-7ABAEEE7AA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1999" y="4881035"/>
            <a:ext cx="2204822" cy="428954"/>
          </a:xfrm>
          <a:prstGeom prst="rect">
            <a:avLst/>
          </a:prstGeom>
        </p:spPr>
      </p:pic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323540BB-4070-3F38-BDB4-2B16393590E7}"/>
              </a:ext>
            </a:extLst>
          </p:cNvPr>
          <p:cNvSpPr txBox="1">
            <a:spLocks/>
          </p:cNvSpPr>
          <p:nvPr/>
        </p:nvSpPr>
        <p:spPr>
          <a:xfrm>
            <a:off x="905524" y="1308752"/>
            <a:ext cx="2993603" cy="676847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_tradnl" sz="4400">
                <a:solidFill>
                  <a:srgbClr val="003057"/>
                </a:solidFill>
                <a:latin typeface="Arial"/>
                <a:cs typeface="Arial"/>
              </a:rPr>
              <a:t>TIMELINE</a:t>
            </a:r>
            <a:endParaRPr lang="es-ES_tradnl" sz="4400" noProof="0">
              <a:solidFill>
                <a:srgbClr val="00305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808E760B-C405-02FB-42A5-90144FF5EF66}"/>
              </a:ext>
            </a:extLst>
          </p:cNvPr>
          <p:cNvSpPr txBox="1">
            <a:spLocks/>
          </p:cNvSpPr>
          <p:nvPr/>
        </p:nvSpPr>
        <p:spPr>
          <a:xfrm>
            <a:off x="1022358" y="567470"/>
            <a:ext cx="5274708" cy="576064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_tradnl" sz="1800">
                <a:solidFill>
                  <a:schemeClr val="bg1"/>
                </a:solidFill>
                <a:ea typeface="+mn-lt"/>
                <a:cs typeface="+mn-lt"/>
              </a:rPr>
              <a:t>G-CPI FORECAST FOR HIGH FEMALE-CONSUMPTION PRODUCTS IN MEXICO</a:t>
            </a:r>
            <a:endParaRPr lang="en-US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136AFC38-EEC1-A20A-0564-D453894FCECC}"/>
              </a:ext>
            </a:extLst>
          </p:cNvPr>
          <p:cNvSpPr/>
          <p:nvPr/>
        </p:nvSpPr>
        <p:spPr>
          <a:xfrm>
            <a:off x="2194036" y="1936523"/>
            <a:ext cx="1469409" cy="100312"/>
          </a:xfrm>
          <a:prstGeom prst="rect">
            <a:avLst/>
          </a:prstGeom>
          <a:solidFill>
            <a:srgbClr val="00BFB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0"/>
          </a:p>
        </p:txBody>
      </p:sp>
      <p:graphicFrame>
        <p:nvGraphicFramePr>
          <p:cNvPr id="36" name="Diagram 35">
            <a:extLst>
              <a:ext uri="{FF2B5EF4-FFF2-40B4-BE49-F238E27FC236}">
                <a16:creationId xmlns:a16="http://schemas.microsoft.com/office/drawing/2014/main" id="{08CCB335-C028-5874-91C3-FF3C4E80358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91837426"/>
              </p:ext>
            </p:extLst>
          </p:nvPr>
        </p:nvGraphicFramePr>
        <p:xfrm>
          <a:off x="3623095" y="2175294"/>
          <a:ext cx="7543127" cy="37185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89" name="TextBox 788">
            <a:extLst>
              <a:ext uri="{FF2B5EF4-FFF2-40B4-BE49-F238E27FC236}">
                <a16:creationId xmlns:a16="http://schemas.microsoft.com/office/drawing/2014/main" id="{E201A5EA-EEDB-8FFF-913D-93E16589560D}"/>
              </a:ext>
            </a:extLst>
          </p:cNvPr>
          <p:cNvSpPr txBox="1"/>
          <p:nvPr/>
        </p:nvSpPr>
        <p:spPr>
          <a:xfrm>
            <a:off x="3891280" y="4721716"/>
            <a:ext cx="1209040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>
                <a:cs typeface="Poppins"/>
              </a:rPr>
              <a:t>CPI inlfation replication for 2022</a:t>
            </a:r>
          </a:p>
        </p:txBody>
      </p:sp>
      <p:sp>
        <p:nvSpPr>
          <p:cNvPr id="790" name="TextBox 789">
            <a:extLst>
              <a:ext uri="{FF2B5EF4-FFF2-40B4-BE49-F238E27FC236}">
                <a16:creationId xmlns:a16="http://schemas.microsoft.com/office/drawing/2014/main" id="{F3E81830-DB16-5773-C8CA-E055A3CCC3E0}"/>
              </a:ext>
            </a:extLst>
          </p:cNvPr>
          <p:cNvSpPr txBox="1"/>
          <p:nvPr/>
        </p:nvSpPr>
        <p:spPr>
          <a:xfrm>
            <a:off x="5904110" y="4721716"/>
            <a:ext cx="1266549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>
                <a:cs typeface="Poppins"/>
              </a:rPr>
              <a:t>Gender-specific expenditure weights</a:t>
            </a:r>
          </a:p>
        </p:txBody>
      </p:sp>
      <p:sp>
        <p:nvSpPr>
          <p:cNvPr id="791" name="TextBox 790">
            <a:extLst>
              <a:ext uri="{FF2B5EF4-FFF2-40B4-BE49-F238E27FC236}">
                <a16:creationId xmlns:a16="http://schemas.microsoft.com/office/drawing/2014/main" id="{C0F29A9F-BB29-03DE-BE76-0265342DFEF1}"/>
              </a:ext>
            </a:extLst>
          </p:cNvPr>
          <p:cNvSpPr txBox="1"/>
          <p:nvPr/>
        </p:nvSpPr>
        <p:spPr>
          <a:xfrm>
            <a:off x="7801922" y="4721716"/>
            <a:ext cx="1439077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>
                <a:cs typeface="Poppins"/>
              </a:rPr>
              <a:t>Gender-differentiated inlfation + Forecast</a:t>
            </a:r>
          </a:p>
        </p:txBody>
      </p:sp>
      <p:sp>
        <p:nvSpPr>
          <p:cNvPr id="792" name="TextBox 791">
            <a:extLst>
              <a:ext uri="{FF2B5EF4-FFF2-40B4-BE49-F238E27FC236}">
                <a16:creationId xmlns:a16="http://schemas.microsoft.com/office/drawing/2014/main" id="{0EBA18C1-F199-E4E6-7B13-06527F8315D9}"/>
              </a:ext>
            </a:extLst>
          </p:cNvPr>
          <p:cNvSpPr txBox="1"/>
          <p:nvPr/>
        </p:nvSpPr>
        <p:spPr>
          <a:xfrm>
            <a:off x="9829129" y="4721715"/>
            <a:ext cx="1424699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>
                <a:cs typeface="Poppins"/>
              </a:rPr>
              <a:t>Interpretation +Reporting</a:t>
            </a:r>
          </a:p>
        </p:txBody>
      </p:sp>
    </p:spTree>
    <p:extLst>
      <p:ext uri="{BB962C8B-B14F-4D97-AF65-F5344CB8AC3E}">
        <p14:creationId xmlns:p14="http://schemas.microsoft.com/office/powerpoint/2010/main" val="10498190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CC8064-5AF9-7609-4AFC-1922AC50EF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920B10D4-DAA2-F9DB-D8E9-6164FE5075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1999" y="5289644"/>
            <a:ext cx="2204822" cy="428954"/>
          </a:xfrm>
          <a:prstGeom prst="rect">
            <a:avLst/>
          </a:prstGeom>
        </p:spPr>
      </p:pic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3348F5E2-C188-DBD8-BBCB-DD7D68D37133}"/>
              </a:ext>
            </a:extLst>
          </p:cNvPr>
          <p:cNvSpPr txBox="1">
            <a:spLocks/>
          </p:cNvSpPr>
          <p:nvPr/>
        </p:nvSpPr>
        <p:spPr>
          <a:xfrm>
            <a:off x="518191" y="365153"/>
            <a:ext cx="7855887" cy="676847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_tradnl" sz="4400">
                <a:solidFill>
                  <a:srgbClr val="003057"/>
                </a:solidFill>
                <a:latin typeface="Arial"/>
                <a:cs typeface="Arial"/>
              </a:rPr>
              <a:t>MILESTONES COMPLETED</a:t>
            </a:r>
            <a:endParaRPr lang="es-ES_tradnl" sz="4400" noProof="0">
              <a:solidFill>
                <a:srgbClr val="003057"/>
              </a:solidFill>
              <a:latin typeface="Poppins"/>
              <a:cs typeface="Poppins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62C3E7FB-7A2E-7443-7E3D-DBE84EC77888}"/>
              </a:ext>
            </a:extLst>
          </p:cNvPr>
          <p:cNvSpPr/>
          <p:nvPr/>
        </p:nvSpPr>
        <p:spPr>
          <a:xfrm>
            <a:off x="675514" y="1043760"/>
            <a:ext cx="1469408" cy="100312"/>
          </a:xfrm>
          <a:prstGeom prst="rect">
            <a:avLst/>
          </a:prstGeom>
          <a:solidFill>
            <a:srgbClr val="967D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A203378-9DAE-6F51-52C1-F3D2C265B4A6}"/>
              </a:ext>
            </a:extLst>
          </p:cNvPr>
          <p:cNvSpPr txBox="1"/>
          <p:nvPr/>
        </p:nvSpPr>
        <p:spPr>
          <a:xfrm>
            <a:off x="1155325" y="1147749"/>
            <a:ext cx="11030855" cy="455509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Wingdings"/>
              <a:buChar char="v"/>
            </a:pPr>
            <a:endParaRPr lang="en-US" sz="1400">
              <a:cs typeface="Poppins"/>
            </a:endParaRPr>
          </a:p>
          <a:p>
            <a:pPr marL="285750" indent="-285750">
              <a:buFont typeface="Wingdings"/>
              <a:buChar char="v"/>
            </a:pPr>
            <a:r>
              <a:rPr lang="en-US" sz="1400" b="1">
                <a:ea typeface="+mn-lt"/>
                <a:cs typeface="+mn-lt"/>
              </a:rPr>
              <a:t>Python/Jupyter workflow</a:t>
            </a:r>
            <a:r>
              <a:rPr lang="en-US" sz="1400">
                <a:ea typeface="+mn-lt"/>
                <a:cs typeface="+mn-lt"/>
              </a:rPr>
              <a:t> established for </a:t>
            </a:r>
            <a:r>
              <a:rPr lang="en-US" sz="1400" b="1">
                <a:ea typeface="+mn-lt"/>
                <a:cs typeface="+mn-lt"/>
              </a:rPr>
              <a:t>CPI replication and inflation forecasting</a:t>
            </a:r>
            <a:r>
              <a:rPr lang="en-US" sz="1400">
                <a:ea typeface="+mn-lt"/>
                <a:cs typeface="+mn-lt"/>
              </a:rPr>
              <a:t>.</a:t>
            </a:r>
            <a:endParaRPr lang="en-US" sz="1400">
              <a:cs typeface="Poppins"/>
            </a:endParaRPr>
          </a:p>
          <a:p>
            <a:pPr marL="285750" indent="-285750">
              <a:buFont typeface="Wingdings"/>
              <a:buChar char="v"/>
            </a:pPr>
            <a:endParaRPr lang="en-US" sz="1400">
              <a:ea typeface="+mn-lt"/>
              <a:cs typeface="+mn-lt"/>
            </a:endParaRPr>
          </a:p>
          <a:p>
            <a:pPr marL="285750" indent="-285750">
              <a:buFont typeface="Wingdings"/>
              <a:buChar char="v"/>
            </a:pPr>
            <a:r>
              <a:rPr lang="en-US" sz="1400" b="1">
                <a:ea typeface="+mn-lt"/>
                <a:cs typeface="+mn-lt"/>
              </a:rPr>
              <a:t>ENIGH methodology clarified</a:t>
            </a:r>
            <a:r>
              <a:rPr lang="en-US" sz="1400">
                <a:ea typeface="+mn-lt"/>
                <a:cs typeface="+mn-lt"/>
              </a:rPr>
              <a:t> for CPI weighting:</a:t>
            </a:r>
            <a:endParaRPr lang="en-US">
              <a:cs typeface="Poppins" panose="020F0502020204030204"/>
            </a:endParaRPr>
          </a:p>
          <a:p>
            <a:pPr marL="285750" indent="-285750">
              <a:buFont typeface="Wingdings"/>
              <a:buChar char="v"/>
            </a:pPr>
            <a:endParaRPr lang="en-US" sz="1400">
              <a:ea typeface="+mn-lt"/>
              <a:cs typeface="+mn-lt"/>
            </a:endParaRPr>
          </a:p>
          <a:p>
            <a:pPr marL="1200150" lvl="2" indent="-285750">
              <a:buFont typeface="Wingdings"/>
              <a:buChar char="§"/>
            </a:pPr>
            <a:r>
              <a:rPr lang="en-US" sz="1400" b="1">
                <a:ea typeface="+mn-lt"/>
                <a:cs typeface="+mn-lt"/>
              </a:rPr>
              <a:t>Traditional ENIGH (biennial)</a:t>
            </a:r>
            <a:r>
              <a:rPr lang="en-US" sz="1400">
                <a:ea typeface="+mn-lt"/>
                <a:cs typeface="+mn-lt"/>
              </a:rPr>
              <a:t> historically used for CPI weights.</a:t>
            </a:r>
            <a:endParaRPr lang="en-US">
              <a:cs typeface="Poppins" panose="020F0502020204030204"/>
            </a:endParaRPr>
          </a:p>
          <a:p>
            <a:pPr marL="1200150" lvl="2" indent="-285750">
              <a:buFont typeface="Wingdings"/>
              <a:buChar char="§"/>
            </a:pPr>
            <a:r>
              <a:rPr lang="en-US" sz="1400" b="1">
                <a:ea typeface="+mn-lt"/>
                <a:cs typeface="+mn-lt"/>
              </a:rPr>
              <a:t>Seasonal ENIGH 2022</a:t>
            </a:r>
            <a:r>
              <a:rPr lang="en-US" sz="1400">
                <a:ea typeface="+mn-lt"/>
                <a:cs typeface="+mn-lt"/>
              </a:rPr>
              <a:t> incorporated in the latest CPI update to better capture </a:t>
            </a:r>
            <a:r>
              <a:rPr lang="en-US" sz="1400" b="1">
                <a:ea typeface="+mn-lt"/>
                <a:cs typeface="+mn-lt"/>
              </a:rPr>
              <a:t>year-round consumption</a:t>
            </a:r>
            <a:r>
              <a:rPr lang="en-US" sz="1400">
                <a:ea typeface="+mn-lt"/>
                <a:cs typeface="+mn-lt"/>
              </a:rPr>
              <a:t>.</a:t>
            </a:r>
            <a:endParaRPr lang="en-US">
              <a:cs typeface="Poppins" panose="020F0502020204030204"/>
            </a:endParaRPr>
          </a:p>
          <a:p>
            <a:pPr marL="285750" indent="-285750">
              <a:buFont typeface="Wingdings"/>
              <a:buChar char="v"/>
            </a:pPr>
            <a:endParaRPr lang="en-US" sz="1400">
              <a:ea typeface="+mn-lt"/>
              <a:cs typeface="+mn-lt"/>
            </a:endParaRPr>
          </a:p>
          <a:p>
            <a:pPr marL="285750" indent="-285750">
              <a:buFont typeface="Wingdings"/>
              <a:buChar char="v"/>
            </a:pPr>
            <a:r>
              <a:rPr lang="en-US" sz="1400" b="1">
                <a:ea typeface="+mn-lt"/>
                <a:cs typeface="+mn-lt"/>
              </a:rPr>
              <a:t>Analysis conducted</a:t>
            </a:r>
            <a:r>
              <a:rPr lang="en-US" sz="1400">
                <a:ea typeface="+mn-lt"/>
                <a:cs typeface="+mn-lt"/>
              </a:rPr>
              <a:t> to determine the </a:t>
            </a:r>
            <a:r>
              <a:rPr lang="en-US" sz="1400" b="1">
                <a:ea typeface="+mn-lt"/>
                <a:cs typeface="+mn-lt"/>
              </a:rPr>
              <a:t>most appropriate series</a:t>
            </a:r>
            <a:r>
              <a:rPr lang="en-US" sz="1400">
                <a:ea typeface="+mn-lt"/>
                <a:cs typeface="+mn-lt"/>
              </a:rPr>
              <a:t> to work with.</a:t>
            </a:r>
            <a:endParaRPr lang="en-US">
              <a:cs typeface="Poppins" panose="020F0502020204030204"/>
            </a:endParaRPr>
          </a:p>
          <a:p>
            <a:pPr marL="285750" indent="-285750">
              <a:buFont typeface="Wingdings"/>
              <a:buChar char="v"/>
            </a:pPr>
            <a:endParaRPr lang="en-US" sz="1400">
              <a:ea typeface="+mn-lt"/>
              <a:cs typeface="+mn-lt"/>
            </a:endParaRPr>
          </a:p>
          <a:p>
            <a:pPr marL="285750" indent="-285750">
              <a:buFont typeface="Wingdings"/>
              <a:buChar char="v"/>
            </a:pPr>
            <a:r>
              <a:rPr lang="en-US" sz="1400" b="1">
                <a:ea typeface="+mn-lt"/>
                <a:cs typeface="+mn-lt"/>
              </a:rPr>
              <a:t>Key household and expenditure variables evaluated</a:t>
            </a:r>
            <a:r>
              <a:rPr lang="en-US" sz="1400">
                <a:ea typeface="+mn-lt"/>
                <a:cs typeface="+mn-lt"/>
              </a:rPr>
              <a:t> for </a:t>
            </a:r>
            <a:r>
              <a:rPr lang="en-US" sz="1400" b="1">
                <a:ea typeface="+mn-lt"/>
                <a:cs typeface="+mn-lt"/>
              </a:rPr>
              <a:t>G-CPI construction</a:t>
            </a:r>
            <a:r>
              <a:rPr lang="en-US" sz="1400">
                <a:ea typeface="+mn-lt"/>
                <a:cs typeface="+mn-lt"/>
              </a:rPr>
              <a:t>.</a:t>
            </a:r>
            <a:endParaRPr lang="en-US">
              <a:cs typeface="Poppins" panose="020F0502020204030204"/>
            </a:endParaRPr>
          </a:p>
          <a:p>
            <a:pPr marL="285750" indent="-285750">
              <a:buFont typeface="Wingdings"/>
              <a:buChar char="v"/>
            </a:pPr>
            <a:endParaRPr lang="en-US" sz="1400">
              <a:ea typeface="+mn-lt"/>
              <a:cs typeface="+mn-lt"/>
            </a:endParaRPr>
          </a:p>
          <a:p>
            <a:pPr marL="285750" indent="-285750">
              <a:buFont typeface="Wingdings"/>
              <a:buChar char="v"/>
            </a:pPr>
            <a:r>
              <a:rPr lang="en-US" sz="1400" b="1">
                <a:ea typeface="+mn-lt"/>
                <a:cs typeface="+mn-lt"/>
              </a:rPr>
              <a:t>Changes in CPI methodology</a:t>
            </a:r>
            <a:r>
              <a:rPr lang="en-US" sz="1400">
                <a:ea typeface="+mn-lt"/>
                <a:cs typeface="+mn-lt"/>
              </a:rPr>
              <a:t> over time were reviewed.</a:t>
            </a:r>
            <a:endParaRPr lang="en-US">
              <a:cs typeface="Poppins" panose="020F0502020204030204"/>
            </a:endParaRPr>
          </a:p>
          <a:p>
            <a:pPr marL="285750" indent="-285750">
              <a:buFont typeface="Wingdings"/>
              <a:buChar char="v"/>
            </a:pPr>
            <a:endParaRPr lang="en-US" sz="1400">
              <a:ea typeface="+mn-lt"/>
              <a:cs typeface="+mn-lt"/>
            </a:endParaRPr>
          </a:p>
          <a:p>
            <a:pPr marL="285750" indent="-285750">
              <a:buFont typeface="Wingdings"/>
              <a:buChar char="v"/>
            </a:pPr>
            <a:r>
              <a:rPr lang="en-US" sz="1400" b="1">
                <a:ea typeface="+mn-lt"/>
                <a:cs typeface="+mn-lt"/>
              </a:rPr>
              <a:t>Differences between Traditional and Seasonal ENIGH datasets</a:t>
            </a:r>
            <a:r>
              <a:rPr lang="en-US" sz="1400">
                <a:ea typeface="+mn-lt"/>
                <a:cs typeface="+mn-lt"/>
              </a:rPr>
              <a:t> analyzed to guide </a:t>
            </a:r>
            <a:r>
              <a:rPr lang="en-US" sz="1400" b="1">
                <a:ea typeface="+mn-lt"/>
                <a:cs typeface="+mn-lt"/>
              </a:rPr>
              <a:t>variable selection</a:t>
            </a:r>
            <a:r>
              <a:rPr lang="en-US" sz="1400">
                <a:ea typeface="+mn-lt"/>
                <a:cs typeface="+mn-lt"/>
              </a:rPr>
              <a:t>.</a:t>
            </a:r>
            <a:endParaRPr lang="en-US">
              <a:cs typeface="Poppins" panose="020F0502020204030204"/>
            </a:endParaRPr>
          </a:p>
          <a:p>
            <a:pPr marL="285750" indent="-285750">
              <a:buFont typeface="Wingdings"/>
              <a:buChar char="v"/>
            </a:pPr>
            <a:endParaRPr lang="en-US" sz="1400">
              <a:ea typeface="+mn-lt"/>
              <a:cs typeface="+mn-lt"/>
            </a:endParaRPr>
          </a:p>
          <a:p>
            <a:pPr marL="285750" indent="-285750">
              <a:buFont typeface="Wingdings"/>
              <a:buChar char="v"/>
            </a:pPr>
            <a:r>
              <a:rPr lang="en-US" sz="1400" b="1">
                <a:ea typeface="+mn-lt"/>
                <a:cs typeface="+mn-lt"/>
              </a:rPr>
              <a:t>Methodological roadmap</a:t>
            </a:r>
            <a:r>
              <a:rPr lang="en-US" sz="1400">
                <a:ea typeface="+mn-lt"/>
                <a:cs typeface="+mn-lt"/>
              </a:rPr>
              <a:t> established for </a:t>
            </a:r>
            <a:r>
              <a:rPr lang="en-US" sz="1400" b="1">
                <a:ea typeface="+mn-lt"/>
                <a:cs typeface="+mn-lt"/>
              </a:rPr>
              <a:t>G-CPI development</a:t>
            </a:r>
            <a:r>
              <a:rPr lang="en-US" sz="1400">
                <a:ea typeface="+mn-lt"/>
                <a:cs typeface="+mn-lt"/>
              </a:rPr>
              <a:t>.</a:t>
            </a:r>
            <a:endParaRPr lang="en-US">
              <a:cs typeface="Poppins" panose="020F0502020204030204"/>
            </a:endParaRPr>
          </a:p>
          <a:p>
            <a:pPr>
              <a:buFont typeface="Wingdings"/>
              <a:buChar char="v"/>
            </a:pPr>
            <a:endParaRPr lang="en-US" sz="1400">
              <a:cs typeface="Poppins"/>
            </a:endParaRPr>
          </a:p>
          <a:p>
            <a:pPr marL="285750" indent="-285750">
              <a:buFont typeface="Wingdings"/>
              <a:buChar char="v"/>
            </a:pPr>
            <a:endParaRPr lang="en-US" sz="1400">
              <a:cs typeface="Poppins"/>
            </a:endParaRPr>
          </a:p>
          <a:p>
            <a:endParaRPr lang="en-US" sz="1200"/>
          </a:p>
          <a:p>
            <a:pPr algn="ctr"/>
            <a:endParaRPr lang="en-US" sz="1200"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34666824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F54C29C-77F8-C7B7-E5E9-71C1572401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4777" y="1240329"/>
            <a:ext cx="3482340" cy="2187575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25863602-4569-72A6-D5B5-63B22345A0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019" y="1115392"/>
            <a:ext cx="2203156" cy="263310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D32DC8C-E623-4DD7-CFFF-2A4BB715D7A1}"/>
              </a:ext>
            </a:extLst>
          </p:cNvPr>
          <p:cNvSpPr txBox="1"/>
          <p:nvPr/>
        </p:nvSpPr>
        <p:spPr>
          <a:xfrm>
            <a:off x="1643529" y="224117"/>
            <a:ext cx="815788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ea typeface="+mn-lt"/>
                <a:cs typeface="+mn-lt"/>
              </a:rPr>
              <a:t>National Survey of Household Income and Expenditures (ENIGH)</a:t>
            </a:r>
            <a:endParaRPr lang="en-US" b="1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DD5BEFD-C6DA-3681-C985-720E104AD0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9613733"/>
              </p:ext>
            </p:extLst>
          </p:nvPr>
        </p:nvGraphicFramePr>
        <p:xfrm>
          <a:off x="2889850" y="646981"/>
          <a:ext cx="5647690" cy="941772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823845">
                  <a:extLst>
                    <a:ext uri="{9D8B030D-6E8A-4147-A177-3AD203B41FA5}">
                      <a16:colId xmlns:a16="http://schemas.microsoft.com/office/drawing/2014/main" val="1445452970"/>
                    </a:ext>
                  </a:extLst>
                </a:gridCol>
                <a:gridCol w="2823845">
                  <a:extLst>
                    <a:ext uri="{9D8B030D-6E8A-4147-A177-3AD203B41FA5}">
                      <a16:colId xmlns:a16="http://schemas.microsoft.com/office/drawing/2014/main" val="1845822932"/>
                    </a:ext>
                  </a:extLst>
                </a:gridCol>
              </a:tblGrid>
              <a:tr h="9417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highlight>
                            <a:srgbClr val="FFFF00"/>
                          </a:highlight>
                        </a:rPr>
                        <a:t>Survey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highlight>
                            <a:srgbClr val="FFFF00"/>
                          </a:highlight>
                        </a:rPr>
                        <a:t>Households surveyed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0211472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47A13229-6991-33B6-9DB8-07233ADEE2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5857923"/>
              </p:ext>
            </p:extLst>
          </p:nvPr>
        </p:nvGraphicFramePr>
        <p:xfrm>
          <a:off x="2889849" y="1233289"/>
          <a:ext cx="5767228" cy="3657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883614">
                  <a:extLst>
                    <a:ext uri="{9D8B030D-6E8A-4147-A177-3AD203B41FA5}">
                      <a16:colId xmlns:a16="http://schemas.microsoft.com/office/drawing/2014/main" val="216064015"/>
                    </a:ext>
                  </a:extLst>
                </a:gridCol>
                <a:gridCol w="2883614">
                  <a:extLst>
                    <a:ext uri="{9D8B030D-6E8A-4147-A177-3AD203B41FA5}">
                      <a16:colId xmlns:a16="http://schemas.microsoft.com/office/drawing/2014/main" val="411690058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Traditional ENIGH 2022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105,525 households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5232798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B8FF3670-9B29-70BC-CA79-1D3D9150C4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679955"/>
              </p:ext>
            </p:extLst>
          </p:nvPr>
        </p:nvGraphicFramePr>
        <p:xfrm>
          <a:off x="2889849" y="1592723"/>
          <a:ext cx="5812056" cy="1206921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906028">
                  <a:extLst>
                    <a:ext uri="{9D8B030D-6E8A-4147-A177-3AD203B41FA5}">
                      <a16:colId xmlns:a16="http://schemas.microsoft.com/office/drawing/2014/main" val="3468994630"/>
                    </a:ext>
                  </a:extLst>
                </a:gridCol>
                <a:gridCol w="2906028">
                  <a:extLst>
                    <a:ext uri="{9D8B030D-6E8A-4147-A177-3AD203B41FA5}">
                      <a16:colId xmlns:a16="http://schemas.microsoft.com/office/drawing/2014/main" val="246554275"/>
                    </a:ext>
                  </a:extLst>
                </a:gridCol>
              </a:tblGrid>
              <a:tr h="12069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Seasonal ENIGH 2022 (ENIGH Estacional)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50,968 households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6011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761372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51D1818C-C106-8336-9A7C-687599700A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195" y="401003"/>
            <a:ext cx="5810250" cy="3018155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F4A4EF49-019A-6F9F-CDB2-7CA17A1057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2597" y="3938712"/>
            <a:ext cx="4612640" cy="1253985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749BECE4-29B5-2D6F-5982-E7C33535C9E2}"/>
              </a:ext>
            </a:extLst>
          </p:cNvPr>
          <p:cNvSpPr txBox="1"/>
          <p:nvPr/>
        </p:nvSpPr>
        <p:spPr>
          <a:xfrm>
            <a:off x="7311341" y="1003139"/>
            <a:ext cx="4784201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MX" err="1">
                <a:ea typeface="+mn-lt"/>
                <a:cs typeface="+mn-lt"/>
              </a:rPr>
              <a:t>The</a:t>
            </a:r>
            <a:r>
              <a:rPr lang="es-MX">
                <a:ea typeface="+mn-lt"/>
                <a:cs typeface="+mn-lt"/>
              </a:rPr>
              <a:t> </a:t>
            </a:r>
            <a:r>
              <a:rPr lang="es-MX" i="1">
                <a:latin typeface="Consolas"/>
              </a:rPr>
              <a:t>viviendas.csv</a:t>
            </a:r>
            <a:r>
              <a:rPr lang="es-MX" i="1">
                <a:ea typeface="+mn-lt"/>
                <a:cs typeface="+mn-lt"/>
              </a:rPr>
              <a:t> </a:t>
            </a:r>
            <a:r>
              <a:rPr lang="es-MX">
                <a:ea typeface="+mn-lt"/>
                <a:cs typeface="+mn-lt"/>
              </a:rPr>
              <a:t>file </a:t>
            </a:r>
            <a:r>
              <a:rPr lang="es-MX" err="1">
                <a:ea typeface="+mn-lt"/>
                <a:cs typeface="+mn-lt"/>
              </a:rPr>
              <a:t>from</a:t>
            </a:r>
            <a:r>
              <a:rPr lang="es-MX">
                <a:ea typeface="+mn-lt"/>
                <a:cs typeface="+mn-lt"/>
              </a:rPr>
              <a:t> </a:t>
            </a:r>
            <a:r>
              <a:rPr lang="es-MX" err="1">
                <a:ea typeface="+mn-lt"/>
                <a:cs typeface="+mn-lt"/>
              </a:rPr>
              <a:t>the</a:t>
            </a:r>
            <a:r>
              <a:rPr lang="es-MX">
                <a:ea typeface="+mn-lt"/>
                <a:cs typeface="+mn-lt"/>
              </a:rPr>
              <a:t> ENIGH Estacional 2022 </a:t>
            </a:r>
            <a:r>
              <a:rPr lang="es-MX" err="1">
                <a:ea typeface="+mn-lt"/>
                <a:cs typeface="+mn-lt"/>
              </a:rPr>
              <a:t>survey</a:t>
            </a:r>
            <a:r>
              <a:rPr lang="es-MX">
                <a:ea typeface="+mn-lt"/>
                <a:cs typeface="+mn-lt"/>
              </a:rPr>
              <a:t> </a:t>
            </a:r>
            <a:r>
              <a:rPr lang="es-MX" err="1">
                <a:ea typeface="+mn-lt"/>
                <a:cs typeface="+mn-lt"/>
              </a:rPr>
              <a:t>contains</a:t>
            </a:r>
            <a:r>
              <a:rPr lang="es-MX">
                <a:ea typeface="+mn-lt"/>
                <a:cs typeface="+mn-lt"/>
              </a:rPr>
              <a:t> </a:t>
            </a:r>
            <a:r>
              <a:rPr lang="es-MX" err="1">
                <a:ea typeface="+mn-lt"/>
                <a:cs typeface="+mn-lt"/>
              </a:rPr>
              <a:t>approximately</a:t>
            </a:r>
            <a:r>
              <a:rPr lang="es-MX">
                <a:ea typeface="+mn-lt"/>
                <a:cs typeface="+mn-lt"/>
              </a:rPr>
              <a:t> </a:t>
            </a:r>
            <a:r>
              <a:rPr lang="es-MX" b="1">
                <a:ea typeface="+mn-lt"/>
                <a:cs typeface="+mn-lt"/>
              </a:rPr>
              <a:t>90 </a:t>
            </a:r>
            <a:r>
              <a:rPr lang="es-MX" b="1" err="1">
                <a:ea typeface="+mn-lt"/>
                <a:cs typeface="+mn-lt"/>
              </a:rPr>
              <a:t>to</a:t>
            </a:r>
            <a:r>
              <a:rPr lang="es-MX" b="1">
                <a:ea typeface="+mn-lt"/>
                <a:cs typeface="+mn-lt"/>
              </a:rPr>
              <a:t> 100 variables</a:t>
            </a:r>
            <a:r>
              <a:rPr lang="es-MX">
                <a:ea typeface="+mn-lt"/>
                <a:cs typeface="+mn-lt"/>
              </a:rPr>
              <a:t>, </a:t>
            </a:r>
            <a:r>
              <a:rPr lang="es-MX" err="1">
                <a:ea typeface="+mn-lt"/>
                <a:cs typeface="+mn-lt"/>
              </a:rPr>
              <a:t>covering</a:t>
            </a:r>
            <a:r>
              <a:rPr lang="es-MX">
                <a:ea typeface="+mn-lt"/>
                <a:cs typeface="+mn-lt"/>
              </a:rPr>
              <a:t> </a:t>
            </a:r>
            <a:r>
              <a:rPr lang="es-MX" err="1">
                <a:ea typeface="+mn-lt"/>
                <a:cs typeface="+mn-lt"/>
              </a:rPr>
              <a:t>housing</a:t>
            </a:r>
            <a:r>
              <a:rPr lang="es-MX">
                <a:ea typeface="+mn-lt"/>
                <a:cs typeface="+mn-lt"/>
              </a:rPr>
              <a:t> </a:t>
            </a:r>
            <a:r>
              <a:rPr lang="es-MX" err="1">
                <a:ea typeface="+mn-lt"/>
                <a:cs typeface="+mn-lt"/>
              </a:rPr>
              <a:t>characteristics</a:t>
            </a:r>
            <a:r>
              <a:rPr lang="es-MX">
                <a:ea typeface="+mn-lt"/>
                <a:cs typeface="+mn-lt"/>
              </a:rPr>
              <a:t> </a:t>
            </a:r>
            <a:r>
              <a:rPr lang="es-MX" err="1">
                <a:ea typeface="+mn-lt"/>
                <a:cs typeface="+mn-lt"/>
              </a:rPr>
              <a:t>such</a:t>
            </a:r>
            <a:r>
              <a:rPr lang="es-MX">
                <a:ea typeface="+mn-lt"/>
                <a:cs typeface="+mn-lt"/>
              </a:rPr>
              <a:t> as </a:t>
            </a:r>
            <a:r>
              <a:rPr lang="es-MX" err="1">
                <a:ea typeface="+mn-lt"/>
                <a:cs typeface="+mn-lt"/>
              </a:rPr>
              <a:t>construction</a:t>
            </a:r>
            <a:r>
              <a:rPr lang="es-MX">
                <a:ea typeface="+mn-lt"/>
                <a:cs typeface="+mn-lt"/>
              </a:rPr>
              <a:t> </a:t>
            </a:r>
            <a:r>
              <a:rPr lang="es-MX" err="1">
                <a:ea typeface="+mn-lt"/>
                <a:cs typeface="+mn-lt"/>
              </a:rPr>
              <a:t>materials</a:t>
            </a:r>
            <a:r>
              <a:rPr lang="es-MX">
                <a:ea typeface="+mn-lt"/>
                <a:cs typeface="+mn-lt"/>
              </a:rPr>
              <a:t>, </a:t>
            </a:r>
            <a:r>
              <a:rPr lang="es-MX" err="1">
                <a:ea typeface="+mn-lt"/>
                <a:cs typeface="+mn-lt"/>
              </a:rPr>
              <a:t>access</a:t>
            </a:r>
            <a:r>
              <a:rPr lang="es-MX">
                <a:ea typeface="+mn-lt"/>
                <a:cs typeface="+mn-lt"/>
              </a:rPr>
              <a:t> </a:t>
            </a:r>
            <a:r>
              <a:rPr lang="es-MX" err="1">
                <a:ea typeface="+mn-lt"/>
                <a:cs typeface="+mn-lt"/>
              </a:rPr>
              <a:t>to</a:t>
            </a:r>
            <a:r>
              <a:rPr lang="es-MX">
                <a:ea typeface="+mn-lt"/>
                <a:cs typeface="+mn-lt"/>
              </a:rPr>
              <a:t> </a:t>
            </a:r>
            <a:r>
              <a:rPr lang="es-MX" err="1">
                <a:ea typeface="+mn-lt"/>
                <a:cs typeface="+mn-lt"/>
              </a:rPr>
              <a:t>basic</a:t>
            </a:r>
            <a:r>
              <a:rPr lang="es-MX">
                <a:ea typeface="+mn-lt"/>
                <a:cs typeface="+mn-lt"/>
              </a:rPr>
              <a:t> </a:t>
            </a:r>
            <a:r>
              <a:rPr lang="es-MX" err="1">
                <a:ea typeface="+mn-lt"/>
                <a:cs typeface="+mn-lt"/>
              </a:rPr>
              <a:t>services</a:t>
            </a:r>
            <a:r>
              <a:rPr lang="es-MX">
                <a:ea typeface="+mn-lt"/>
                <a:cs typeface="+mn-lt"/>
              </a:rPr>
              <a:t>, </a:t>
            </a:r>
            <a:r>
              <a:rPr lang="es-MX" err="1">
                <a:ea typeface="+mn-lt"/>
                <a:cs typeface="+mn-lt"/>
              </a:rPr>
              <a:t>tenure</a:t>
            </a:r>
            <a:r>
              <a:rPr lang="es-MX">
                <a:ea typeface="+mn-lt"/>
                <a:cs typeface="+mn-lt"/>
              </a:rPr>
              <a:t> status, </a:t>
            </a:r>
            <a:r>
              <a:rPr lang="es-MX" err="1">
                <a:ea typeface="+mn-lt"/>
                <a:cs typeface="+mn-lt"/>
              </a:rPr>
              <a:t>household</a:t>
            </a:r>
            <a:r>
              <a:rPr lang="es-MX">
                <a:ea typeface="+mn-lt"/>
                <a:cs typeface="+mn-lt"/>
              </a:rPr>
              <a:t> </a:t>
            </a:r>
            <a:r>
              <a:rPr lang="es-MX" err="1">
                <a:ea typeface="+mn-lt"/>
                <a:cs typeface="+mn-lt"/>
              </a:rPr>
              <a:t>equipment</a:t>
            </a:r>
            <a:r>
              <a:rPr lang="es-MX">
                <a:ea typeface="+mn-lt"/>
                <a:cs typeface="+mn-lt"/>
              </a:rPr>
              <a:t>, and </a:t>
            </a:r>
            <a:r>
              <a:rPr lang="es-MX" err="1">
                <a:ea typeface="+mn-lt"/>
                <a:cs typeface="+mn-lt"/>
              </a:rPr>
              <a:t>geographic</a:t>
            </a:r>
            <a:r>
              <a:rPr lang="es-MX">
                <a:ea typeface="+mn-lt"/>
                <a:cs typeface="+mn-lt"/>
              </a:rPr>
              <a:t> </a:t>
            </a:r>
            <a:r>
              <a:rPr lang="es-MX" err="1">
                <a:ea typeface="+mn-lt"/>
                <a:cs typeface="+mn-lt"/>
              </a:rPr>
              <a:t>identifiers</a:t>
            </a:r>
            <a:r>
              <a:rPr lang="es-MX">
                <a:ea typeface="+mn-lt"/>
                <a:cs typeface="+mn-lt"/>
              </a:rPr>
              <a:t>.</a:t>
            </a:r>
            <a:endParaRPr lang="es-MX">
              <a:cs typeface="Poppins" panose="020F0502020204030204"/>
            </a:endParaRPr>
          </a:p>
        </p:txBody>
      </p:sp>
      <p:pic>
        <p:nvPicPr>
          <p:cNvPr id="9" name="Gráfico 8" descr="Arrow Right con relleno sólido">
            <a:extLst>
              <a:ext uri="{FF2B5EF4-FFF2-40B4-BE49-F238E27FC236}">
                <a16:creationId xmlns:a16="http://schemas.microsoft.com/office/drawing/2014/main" id="{E7BE4F06-830B-EC66-6F0F-C31B60BA69D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98243" y="1447800"/>
            <a:ext cx="914400" cy="914400"/>
          </a:xfrm>
          <a:prstGeom prst="rect">
            <a:avLst/>
          </a:prstGeom>
        </p:spPr>
      </p:pic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C64C3CB-19C9-6F8C-1963-103AE7CCB90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3066" y="3878202"/>
            <a:ext cx="5715000" cy="2638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64847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">
            <a:extLst>
              <a:ext uri="{FF2B5EF4-FFF2-40B4-BE49-F238E27FC236}">
                <a16:creationId xmlns:a16="http://schemas.microsoft.com/office/drawing/2014/main" id="{C2AA0926-8687-DDCB-59A0-AB071314F505}"/>
              </a:ext>
            </a:extLst>
          </p:cNvPr>
          <p:cNvSpPr txBox="1"/>
          <p:nvPr/>
        </p:nvSpPr>
        <p:spPr>
          <a:xfrm>
            <a:off x="1587092" y="3072537"/>
            <a:ext cx="4003674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s-MX" sz="2000" b="1" noProof="0">
                <a:solidFill>
                  <a:schemeClr val="bg1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TEXTO DE EJEMPLO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8BB0480-EDB1-2B1C-21E9-5DE4E9C7175A}"/>
              </a:ext>
            </a:extLst>
          </p:cNvPr>
          <p:cNvSpPr txBox="1"/>
          <p:nvPr/>
        </p:nvSpPr>
        <p:spPr>
          <a:xfrm>
            <a:off x="2822863" y="536863"/>
            <a:ext cx="7412181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solidFill>
                  <a:schemeClr val="accent4"/>
                </a:solidFill>
                <a:ea typeface="+mn-lt"/>
                <a:cs typeface="+mn-lt"/>
              </a:rPr>
              <a:t>Key Contribution of the Project</a:t>
            </a:r>
            <a:endParaRPr lang="en-US" sz="2800" b="1" dirty="0">
              <a:solidFill>
                <a:schemeClr val="accent4"/>
              </a:solidFill>
              <a:cs typeface="Poppins" panose="020F0502020204030204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FB912C1-E17E-6EF6-FF19-4E4446D99DE5}"/>
              </a:ext>
            </a:extLst>
          </p:cNvPr>
          <p:cNvSpPr txBox="1"/>
          <p:nvPr/>
        </p:nvSpPr>
        <p:spPr>
          <a:xfrm>
            <a:off x="1595886" y="1212503"/>
            <a:ext cx="9000226" cy="45243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Technical Contribution</a:t>
            </a:r>
            <a:endParaRPr lang="en-US" dirty="0"/>
          </a:p>
          <a:p>
            <a:pPr marL="228600">
              <a:lnSpc>
                <a:spcPct val="150000"/>
              </a:lnSpc>
              <a:buFont typeface=""/>
              <a:buChar char="•"/>
            </a:pPr>
            <a:r>
              <a:rPr lang="en-US" dirty="0"/>
              <a:t>Develops a </a:t>
            </a:r>
            <a:r>
              <a:rPr lang="en-US" b="1" dirty="0"/>
              <a:t>gender-differentiated measure of inflation</a:t>
            </a:r>
            <a:endParaRPr lang="en-US" b="1" dirty="0">
              <a:cs typeface="Poppins" panose="020F0502020204030204"/>
            </a:endParaRPr>
          </a:p>
          <a:p>
            <a:pPr marL="228600">
              <a:lnSpc>
                <a:spcPct val="150000"/>
              </a:lnSpc>
              <a:buFont typeface=""/>
              <a:buChar char="•"/>
            </a:pPr>
            <a:r>
              <a:rPr lang="en-US" dirty="0"/>
              <a:t>Based on </a:t>
            </a:r>
            <a:r>
              <a:rPr lang="en-US" b="1" dirty="0"/>
              <a:t>real expenditure evidence</a:t>
            </a:r>
            <a:r>
              <a:rPr lang="en-US" dirty="0"/>
              <a:t>, not assumptions</a:t>
            </a:r>
            <a:endParaRPr lang="en-US" dirty="0">
              <a:cs typeface="Poppins"/>
            </a:endParaRPr>
          </a:p>
          <a:p>
            <a:pPr marL="228600">
              <a:lnSpc>
                <a:spcPct val="150000"/>
              </a:lnSpc>
              <a:buFont typeface=""/>
              <a:buChar char="•"/>
            </a:pPr>
            <a:endParaRPr lang="en-US" dirty="0">
              <a:cs typeface="Poppins"/>
            </a:endParaRPr>
          </a:p>
          <a:p>
            <a:pPr>
              <a:lnSpc>
                <a:spcPct val="150000"/>
              </a:lnSpc>
            </a:pPr>
            <a:r>
              <a:rPr lang="en-US" b="1" dirty="0"/>
              <a:t>Social &amp; Policy Contribution</a:t>
            </a:r>
            <a:endParaRPr lang="en-US" b="1">
              <a:cs typeface="Poppins" panose="020F0502020204030204"/>
            </a:endParaRPr>
          </a:p>
          <a:p>
            <a:pPr marL="228600">
              <a:lnSpc>
                <a:spcPct val="150000"/>
              </a:lnSpc>
              <a:buFont typeface=""/>
              <a:buChar char="•"/>
            </a:pPr>
            <a:r>
              <a:rPr lang="en-US" dirty="0"/>
              <a:t>Reveals whether </a:t>
            </a:r>
            <a:r>
              <a:rPr lang="en-US" b="1" dirty="0"/>
              <a:t>inflation disproportionately affects women</a:t>
            </a:r>
            <a:endParaRPr lang="en-US" b="1">
              <a:cs typeface="Poppins" panose="020F0502020204030204"/>
            </a:endParaRPr>
          </a:p>
          <a:p>
            <a:pPr marL="228600">
              <a:lnSpc>
                <a:spcPct val="150000"/>
              </a:lnSpc>
              <a:buFont typeface=""/>
              <a:buChar char="•"/>
            </a:pPr>
            <a:r>
              <a:rPr lang="en-US" dirty="0"/>
              <a:t>Supports:</a:t>
            </a:r>
            <a:br>
              <a:rPr lang="en-US" dirty="0"/>
            </a:br>
            <a:r>
              <a:rPr lang="en-US" dirty="0"/>
              <a:t>• </a:t>
            </a:r>
            <a:r>
              <a:rPr lang="en-US" b="1" dirty="0"/>
              <a:t>Gender-aware poverty and vulnerability analysis</a:t>
            </a:r>
            <a:br>
              <a:rPr lang="en-US" dirty="0"/>
            </a:br>
            <a:r>
              <a:rPr lang="en-US" dirty="0"/>
              <a:t>• </a:t>
            </a:r>
            <a:r>
              <a:rPr lang="en-US" b="1" dirty="0"/>
              <a:t>More precise targeting of social </a:t>
            </a:r>
            <a:r>
              <a:rPr lang="en-US" b="1" dirty="0" err="1"/>
              <a:t>programmes</a:t>
            </a:r>
            <a:br>
              <a:rPr lang="en-US" dirty="0"/>
            </a:br>
            <a:r>
              <a:rPr lang="en-US" dirty="0"/>
              <a:t>• </a:t>
            </a:r>
            <a:r>
              <a:rPr lang="en-US" b="1" dirty="0"/>
              <a:t>Improved policy design around cost of living</a:t>
            </a:r>
            <a:endParaRPr lang="en-US" b="1" dirty="0">
              <a:cs typeface="Poppins" panose="020F0502020204030204"/>
            </a:endParaRPr>
          </a:p>
          <a:p>
            <a:endParaRPr lang="en-US" b="1"/>
          </a:p>
        </p:txBody>
      </p:sp>
    </p:spTree>
    <p:extLst>
      <p:ext uri="{BB962C8B-B14F-4D97-AF65-F5344CB8AC3E}">
        <p14:creationId xmlns:p14="http://schemas.microsoft.com/office/powerpoint/2010/main" val="14031418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617AD5-AF60-2271-8331-2E5F2625A18F}"/>
              </a:ext>
            </a:extLst>
          </p:cNvPr>
          <p:cNvSpPr txBox="1">
            <a:spLocks/>
          </p:cNvSpPr>
          <p:nvPr/>
        </p:nvSpPr>
        <p:spPr>
          <a:xfrm>
            <a:off x="1893676" y="2598003"/>
            <a:ext cx="4757182" cy="830997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kern="1200">
                <a:solidFill>
                  <a:schemeClr val="accen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>
              <a:lnSpc>
                <a:spcPct val="100000"/>
              </a:lnSpc>
            </a:pPr>
            <a:r>
              <a:rPr lang="es-ES_tradnl" sz="5400" noProof="0">
                <a:solidFill>
                  <a:srgbClr val="00BFB3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¡GRACIAS!</a:t>
            </a:r>
          </a:p>
        </p:txBody>
      </p:sp>
      <p:pic>
        <p:nvPicPr>
          <p:cNvPr id="8" name="Gráfico 7">
            <a:extLst>
              <a:ext uri="{FF2B5EF4-FFF2-40B4-BE49-F238E27FC236}">
                <a16:creationId xmlns:a16="http://schemas.microsoft.com/office/drawing/2014/main" id="{B4727719-6AC6-5BFF-EAD3-AD0F3F1326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78329" y="4587432"/>
            <a:ext cx="4668404" cy="1092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49491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Elegance Digital Business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356AC"/>
      </a:accent1>
      <a:accent2>
        <a:srgbClr val="F46036"/>
      </a:accent2>
      <a:accent3>
        <a:srgbClr val="E2D26F"/>
      </a:accent3>
      <a:accent4>
        <a:srgbClr val="66D6D0"/>
      </a:accent4>
      <a:accent5>
        <a:srgbClr val="56E1E4"/>
      </a:accent5>
      <a:accent6>
        <a:srgbClr val="F7003D"/>
      </a:accent6>
      <a:hlink>
        <a:srgbClr val="0563C1"/>
      </a:hlink>
      <a:folHlink>
        <a:srgbClr val="954F72"/>
      </a:folHlink>
    </a:clrScheme>
    <a:fontScheme name="Poppins">
      <a:majorFont>
        <a:latin typeface="Poppins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oppins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10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revision>50</cp:revision>
  <dcterms:created xsi:type="dcterms:W3CDTF">2020-10-19T04:28:13Z</dcterms:created>
  <dcterms:modified xsi:type="dcterms:W3CDTF">2025-12-02T10:37:26Z</dcterms:modified>
</cp:coreProperties>
</file>